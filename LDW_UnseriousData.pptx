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6858000" cx="12192000"/>
  <p:notesSz cx="6858000" cy="9144000"/>
  <p:embeddedFontLst>
    <p:embeddedFont>
      <p:font typeface="Roboto Medium"/>
      <p:regular r:id="rId21"/>
      <p:bold r:id="rId22"/>
      <p:italic r:id="rId23"/>
      <p:boldItalic r:id="rId24"/>
    </p:embeddedFont>
    <p:embeddedFont>
      <p:font typeface="Roboto"/>
      <p:regular r:id="rId25"/>
      <p:bold r:id="rId26"/>
      <p:italic r:id="rId27"/>
      <p:boldItalic r:id="rId28"/>
    </p:embeddedFont>
    <p:embeddedFont>
      <p:font typeface="Tahoma"/>
      <p:regular r:id="rId29"/>
      <p:bold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234F7FB-1367-4DB0-BFC4-13B29BE6B09E}">
  <a:tblStyle styleId="{2234F7FB-1367-4DB0-BFC4-13B29BE6B09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RobotoMedium-bold.fntdata"/><Relationship Id="rId21" Type="http://schemas.openxmlformats.org/officeDocument/2006/relationships/font" Target="fonts/RobotoMedium-regular.fntdata"/><Relationship Id="rId24" Type="http://schemas.openxmlformats.org/officeDocument/2006/relationships/font" Target="fonts/RobotoMedium-boldItalic.fntdata"/><Relationship Id="rId23" Type="http://schemas.openxmlformats.org/officeDocument/2006/relationships/font" Target="fonts/RobotoMedium-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Roboto-bold.fntdata"/><Relationship Id="rId25" Type="http://schemas.openxmlformats.org/officeDocument/2006/relationships/font" Target="fonts/Roboto-regular.fntdata"/><Relationship Id="rId28" Type="http://schemas.openxmlformats.org/officeDocument/2006/relationships/font" Target="fonts/Roboto-boldItalic.fntdata"/><Relationship Id="rId27" Type="http://schemas.openxmlformats.org/officeDocument/2006/relationships/font" Target="fonts/Roboto-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Tahoma-regular.fntdata"/><Relationship Id="rId7" Type="http://schemas.openxmlformats.org/officeDocument/2006/relationships/slide" Target="slides/slide1.xml"/><Relationship Id="rId8" Type="http://schemas.openxmlformats.org/officeDocument/2006/relationships/slide" Target="slides/slide2.xml"/><Relationship Id="rId30" Type="http://schemas.openxmlformats.org/officeDocument/2006/relationships/font" Target="fonts/Tahoma-bold.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b74437f772_0_3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g3b74437f772_0_3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Not all data has to be in service of some very important research project. Sometimes, we just have a weird question we’d like to explore. Today we’re going to go through the process of moving from question, to data, to breaking the question down into actions the computer understands, to data analysis.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b74437f772_0_3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b74437f772_0_31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To get a feel for what we mean, here’s one of my favorite examples of unserious data. It’s a chart that ranks rappers by the size of their vocabulary, color coded by geographic area (south, east coast, west coast, midwest really Chicago). The two dotted lines are Shakespeare and Melville who are famous for their large vocabularies as writers. It’s from 2014 so it doesn’t have newer artists, but DMX is on the left with the smallest vocabulary and Aesop Rock on the left with the largest.</a:t>
            </a:r>
            <a:endParaRPr/>
          </a:p>
          <a:p>
            <a:pPr indent="0" lvl="0" marL="0" rtl="0" algn="l">
              <a:spcBef>
                <a:spcPts val="0"/>
              </a:spcBef>
              <a:spcAft>
                <a:spcPts val="0"/>
              </a:spcAft>
              <a:buNone/>
            </a:pPr>
            <a:r>
              <a:rPr lang="en-US"/>
              <a:t>I love it, but how did they make it? We’ll reverse engineer their process and dissect </a:t>
            </a:r>
            <a:r>
              <a:rPr lang="en-US"/>
              <a:t>their</a:t>
            </a:r>
            <a:r>
              <a:rPr lang="en-US"/>
              <a:t> methodology.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website has a lot of other examples of unserious data </a:t>
            </a:r>
            <a:r>
              <a:rPr lang="en-US"/>
              <a:t>analysis</a:t>
            </a:r>
            <a:r>
              <a:rPr lang="en-US"/>
              <a:t>, like the size of women’s pockets and the gender of animals in kids’ books.</a:t>
            </a:r>
            <a:endParaRPr/>
          </a:p>
          <a:p>
            <a:pPr indent="0" lvl="0" marL="0" rtl="0" algn="l">
              <a:spcBef>
                <a:spcPts val="0"/>
              </a:spcBef>
              <a:spcAft>
                <a:spcPts val="0"/>
              </a:spcAft>
              <a:buNone/>
            </a:pPr>
            <a:r>
              <a:t/>
            </a:r>
            <a:endParaRPr/>
          </a:p>
        </p:txBody>
      </p:sp>
      <p:sp>
        <p:nvSpPr>
          <p:cNvPr id="178" name="Google Shape;178;g3b74437f772_0_31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b74437f772_0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 name="Google Shape;185;g3b74437f772_0_2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First, let’s look at the title. It’s very specific and only rates the size of their vocabulary, not their style, popularity, album sales, or flow. The data chosen </a:t>
            </a:r>
            <a:r>
              <a:rPr lang="en-US"/>
              <a:t>therefore</a:t>
            </a:r>
            <a:r>
              <a:rPr lang="en-US"/>
              <a:t> only needs to reflect vocabulary and doesn’t need to account for these other factors.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b74437f772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g3b74437f772_0_2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So what does vocabulary mean to a computer? These are a few options of how this data might be interpreted.</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In this instance, it’s the first option. They took the first 35,000 words in an artist’s body of lyrics and noted the percent of words, measured computationally by the number of strings (characters), that were only used once, and plotted the results on this bar chart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b74437f772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4" name="Google Shape;204;g3b74437f772_0_2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Let’s look at the data we have.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b74437f772_0_3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2" name="Google Shape;212;g3b74437f772_0_3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Let’s breakdown our specific question:</a:t>
            </a:r>
            <a:endParaRPr/>
          </a:p>
          <a:p>
            <a:pPr indent="0" lvl="0" marL="0" rtl="0" algn="l">
              <a:lnSpc>
                <a:spcPct val="115000"/>
              </a:lnSpc>
              <a:spcBef>
                <a:spcPts val="0"/>
              </a:spcBef>
              <a:spcAft>
                <a:spcPts val="0"/>
              </a:spcAft>
              <a:buNone/>
            </a:pPr>
            <a:r>
              <a:rPr lang="en-US">
                <a:solidFill>
                  <a:srgbClr val="002C71"/>
                </a:solidFill>
                <a:latin typeface="Roboto"/>
                <a:ea typeface="Roboto"/>
                <a:cs typeface="Roboto"/>
                <a:sym typeface="Roboto"/>
              </a:rPr>
              <a:t>What do we need for data?</a:t>
            </a:r>
            <a:endParaRPr>
              <a:solidFill>
                <a:srgbClr val="002C71"/>
              </a:solidFill>
              <a:latin typeface="Roboto"/>
              <a:ea typeface="Roboto"/>
              <a:cs typeface="Roboto"/>
              <a:sym typeface="Roboto"/>
            </a:endParaRPr>
          </a:p>
          <a:p>
            <a:pPr indent="0" lvl="0" marL="914400" rtl="0" algn="l">
              <a:lnSpc>
                <a:spcPct val="115000"/>
              </a:lnSpc>
              <a:spcBef>
                <a:spcPts val="0"/>
              </a:spcBef>
              <a:spcAft>
                <a:spcPts val="0"/>
              </a:spcAft>
              <a:buNone/>
            </a:pPr>
            <a:r>
              <a:rPr lang="en-US">
                <a:solidFill>
                  <a:srgbClr val="002C71"/>
                </a:solidFill>
                <a:latin typeface="Roboto"/>
                <a:ea typeface="Roboto"/>
                <a:cs typeface="Roboto"/>
                <a:sym typeface="Roboto"/>
              </a:rPr>
              <a:t>List of JHU appearances in film</a:t>
            </a:r>
            <a:endParaRPr>
              <a:solidFill>
                <a:srgbClr val="002C71"/>
              </a:solidFill>
              <a:latin typeface="Roboto"/>
              <a:ea typeface="Roboto"/>
              <a:cs typeface="Roboto"/>
              <a:sym typeface="Roboto"/>
            </a:endParaRPr>
          </a:p>
          <a:p>
            <a:pPr indent="0" lvl="0" marL="914400" rtl="0" algn="l">
              <a:lnSpc>
                <a:spcPct val="115000"/>
              </a:lnSpc>
              <a:spcBef>
                <a:spcPts val="0"/>
              </a:spcBef>
              <a:spcAft>
                <a:spcPts val="0"/>
              </a:spcAft>
              <a:buNone/>
            </a:pPr>
            <a:r>
              <a:rPr lang="en-US">
                <a:solidFill>
                  <a:srgbClr val="002C71"/>
                </a:solidFill>
                <a:latin typeface="Roboto"/>
                <a:ea typeface="Roboto"/>
                <a:cs typeface="Roboto"/>
                <a:sym typeface="Roboto"/>
              </a:rPr>
              <a:t>applications rates</a:t>
            </a:r>
            <a:endParaRPr>
              <a:solidFill>
                <a:srgbClr val="002C71"/>
              </a:solidFill>
              <a:latin typeface="Roboto"/>
              <a:ea typeface="Roboto"/>
              <a:cs typeface="Roboto"/>
              <a:sym typeface="Roboto"/>
            </a:endParaRPr>
          </a:p>
          <a:p>
            <a:pPr indent="0" lvl="0" marL="0" rtl="0" algn="l">
              <a:lnSpc>
                <a:spcPct val="115000"/>
              </a:lnSpc>
              <a:spcBef>
                <a:spcPts val="0"/>
              </a:spcBef>
              <a:spcAft>
                <a:spcPts val="0"/>
              </a:spcAft>
              <a:buNone/>
            </a:pPr>
            <a:r>
              <a:rPr lang="en-US">
                <a:solidFill>
                  <a:srgbClr val="002C71"/>
                </a:solidFill>
                <a:latin typeface="Roboto"/>
                <a:ea typeface="Roboto"/>
                <a:cs typeface="Roboto"/>
                <a:sym typeface="Roboto"/>
              </a:rPr>
              <a:t>What about time?</a:t>
            </a:r>
            <a:endParaRPr>
              <a:solidFill>
                <a:srgbClr val="002C71"/>
              </a:solidFill>
              <a:latin typeface="Roboto"/>
              <a:ea typeface="Roboto"/>
              <a:cs typeface="Roboto"/>
              <a:sym typeface="Roboto"/>
            </a:endParaRPr>
          </a:p>
          <a:p>
            <a:pPr indent="0" lvl="0" marL="914400" rtl="0" algn="l">
              <a:lnSpc>
                <a:spcPct val="115000"/>
              </a:lnSpc>
              <a:spcBef>
                <a:spcPts val="0"/>
              </a:spcBef>
              <a:spcAft>
                <a:spcPts val="0"/>
              </a:spcAft>
              <a:buNone/>
            </a:pPr>
            <a:r>
              <a:rPr lang="en-US">
                <a:solidFill>
                  <a:srgbClr val="002C71"/>
                </a:solidFill>
                <a:latin typeface="Roboto"/>
                <a:ea typeface="Roboto"/>
                <a:cs typeface="Roboto"/>
                <a:sym typeface="Roboto"/>
              </a:rPr>
              <a:t>Appearance in film likely released before we see a change in applications</a:t>
            </a:r>
            <a:endParaRPr>
              <a:solidFill>
                <a:srgbClr val="002C71"/>
              </a:solidFill>
              <a:latin typeface="Roboto"/>
              <a:ea typeface="Roboto"/>
              <a:cs typeface="Roboto"/>
              <a:sym typeface="Roboto"/>
            </a:endParaRPr>
          </a:p>
          <a:p>
            <a:pPr indent="0" lvl="0" marL="1371600" rtl="0" algn="l">
              <a:lnSpc>
                <a:spcPct val="115000"/>
              </a:lnSpc>
              <a:spcBef>
                <a:spcPts val="0"/>
              </a:spcBef>
              <a:spcAft>
                <a:spcPts val="0"/>
              </a:spcAft>
              <a:buNone/>
            </a:pPr>
            <a:r>
              <a:rPr lang="en-US">
                <a:solidFill>
                  <a:srgbClr val="002C71"/>
                </a:solidFill>
                <a:latin typeface="Roboto"/>
                <a:ea typeface="Roboto"/>
                <a:cs typeface="Roboto"/>
                <a:sym typeface="Roboto"/>
              </a:rPr>
              <a:t>films by year</a:t>
            </a:r>
            <a:endParaRPr>
              <a:solidFill>
                <a:srgbClr val="002C71"/>
              </a:solidFill>
              <a:latin typeface="Roboto"/>
              <a:ea typeface="Roboto"/>
              <a:cs typeface="Roboto"/>
              <a:sym typeface="Roboto"/>
            </a:endParaRPr>
          </a:p>
          <a:p>
            <a:pPr indent="0" lvl="0" marL="1371600" rtl="0" algn="l">
              <a:lnSpc>
                <a:spcPct val="115000"/>
              </a:lnSpc>
              <a:spcBef>
                <a:spcPts val="0"/>
              </a:spcBef>
              <a:spcAft>
                <a:spcPts val="0"/>
              </a:spcAft>
              <a:buNone/>
            </a:pPr>
            <a:r>
              <a:rPr lang="en-US">
                <a:solidFill>
                  <a:srgbClr val="002C71"/>
                </a:solidFill>
                <a:latin typeface="Roboto"/>
                <a:ea typeface="Roboto"/>
                <a:cs typeface="Roboto"/>
                <a:sym typeface="Roboto"/>
              </a:rPr>
              <a:t>application rate by year </a:t>
            </a:r>
            <a:endParaRPr>
              <a:solidFill>
                <a:srgbClr val="002C71"/>
              </a:solidFill>
              <a:latin typeface="Roboto"/>
              <a:ea typeface="Roboto"/>
              <a:cs typeface="Roboto"/>
              <a:sym typeface="Roboto"/>
            </a:endParaRPr>
          </a:p>
          <a:p>
            <a:pPr indent="0" lvl="0" marL="1828800" rtl="0" algn="l">
              <a:lnSpc>
                <a:spcPct val="115000"/>
              </a:lnSpc>
              <a:spcBef>
                <a:spcPts val="0"/>
              </a:spcBef>
              <a:spcAft>
                <a:spcPts val="0"/>
              </a:spcAft>
              <a:buNone/>
            </a:pPr>
            <a:r>
              <a:rPr lang="en-US">
                <a:solidFill>
                  <a:srgbClr val="002C71"/>
                </a:solidFill>
                <a:latin typeface="Roboto"/>
                <a:ea typeface="Roboto"/>
                <a:cs typeface="Roboto"/>
                <a:sym typeface="Roboto"/>
              </a:rPr>
              <a:t>Find the application rate of the year after the film</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b74437f772_0_3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8" name="Google Shape;218;g3b74437f772_0_3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Computers are dumb and do exactly what we tell them to do. So now that we have the data how do we </a:t>
            </a:r>
            <a:r>
              <a:rPr lang="en-US"/>
              <a:t>analyze</a:t>
            </a:r>
            <a:r>
              <a:rPr lang="en-US"/>
              <a:t> it?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b961739a4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4" name="Google Shape;224;g3b961739a49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b961739a4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0" name="Google Shape;230;g3b961739a49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b961739a49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6" name="Google Shape;236;g3b961739a49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b74437f772_0_3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3" name="Google Shape;243;g3b74437f772_0_3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Does this graph tell us anything?</a:t>
            </a:r>
            <a:endParaRPr/>
          </a:p>
          <a:p>
            <a:pPr indent="0" lvl="0" marL="0" rtl="0" algn="l">
              <a:lnSpc>
                <a:spcPct val="100000"/>
              </a:lnSpc>
              <a:spcBef>
                <a:spcPts val="0"/>
              </a:spcBef>
              <a:spcAft>
                <a:spcPts val="0"/>
              </a:spcAft>
              <a:buSzPts val="1100"/>
              <a:buNone/>
            </a:pPr>
            <a:r>
              <a:rPr lang="en-US"/>
              <a:t>What would you want to know next? (consult the collaborative doc)</a:t>
            </a:r>
            <a:endParaRPr/>
          </a:p>
          <a:p>
            <a:pPr indent="0" lvl="0" marL="0" rtl="0" algn="l">
              <a:lnSpc>
                <a:spcPct val="100000"/>
              </a:lnSpc>
              <a:spcBef>
                <a:spcPts val="0"/>
              </a:spcBef>
              <a:spcAft>
                <a:spcPts val="0"/>
              </a:spcAft>
              <a:buSzPts val="1100"/>
              <a:buNone/>
            </a:pPr>
            <a:r>
              <a:rPr lang="en-US"/>
              <a:t>Application rates on a longer time span</a:t>
            </a:r>
            <a:endParaRPr/>
          </a:p>
          <a:p>
            <a:pPr indent="0" lvl="0" marL="0" rtl="0" algn="l">
              <a:lnSpc>
                <a:spcPct val="100000"/>
              </a:lnSpc>
              <a:spcBef>
                <a:spcPts val="0"/>
              </a:spcBef>
              <a:spcAft>
                <a:spcPts val="0"/>
              </a:spcAft>
              <a:buSzPts val="1100"/>
              <a:buNone/>
            </a:pPr>
            <a:r>
              <a:rPr lang="en-US"/>
              <a:t>Were the movies actually good?</a:t>
            </a:r>
            <a:endParaRPr/>
          </a:p>
          <a:p>
            <a:pPr indent="0" lvl="0" marL="0" rtl="0" algn="l">
              <a:lnSpc>
                <a:spcPct val="100000"/>
              </a:lnSpc>
              <a:spcBef>
                <a:spcPts val="0"/>
              </a:spcBef>
              <a:spcAft>
                <a:spcPts val="0"/>
              </a:spcAft>
              <a:buSzPts val="1100"/>
              <a:buNone/>
            </a:pPr>
            <a:r>
              <a:rPr lang="en-US"/>
              <a:t>	Rotten Tomatoes score</a:t>
            </a:r>
            <a:endParaRPr/>
          </a:p>
          <a:p>
            <a:pPr indent="0" lvl="0" marL="0" rtl="0" algn="l">
              <a:lnSpc>
                <a:spcPct val="100000"/>
              </a:lnSpc>
              <a:spcBef>
                <a:spcPts val="0"/>
              </a:spcBef>
              <a:spcAft>
                <a:spcPts val="0"/>
              </a:spcAft>
              <a:buSzPts val="1100"/>
              <a:buNone/>
            </a:pPr>
            <a:r>
              <a:rPr lang="en-US"/>
              <a:t>	Film gross income (if we have this data)</a:t>
            </a:r>
            <a:endParaRPr/>
          </a:p>
          <a:p>
            <a:pPr indent="0" lvl="0" marL="0" rtl="0" algn="l">
              <a:lnSpc>
                <a:spcPct val="100000"/>
              </a:lnSpc>
              <a:spcBef>
                <a:spcPts val="0"/>
              </a:spcBef>
              <a:spcAft>
                <a:spcPts val="0"/>
              </a:spcAft>
              <a:buSzPts val="1100"/>
              <a:buNone/>
            </a:pPr>
            <a:r>
              <a:rPr lang="en-US"/>
              <a:t>Does a certain genre affect the numbers more than others?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[Can we do this kind of thing on the fly? Should there be “canned” </a:t>
            </a:r>
            <a:r>
              <a:rPr lang="en-US"/>
              <a:t>other</a:t>
            </a:r>
            <a:r>
              <a:rPr lang="en-US"/>
              <a:t> avenues of exploration?]</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9" name="Google Shape;249;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 name="Google Shape;250;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0.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7.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p:cSld name="One Column">
    <p:spTree>
      <p:nvGrpSpPr>
        <p:cNvPr id="14" name="Shape 14"/>
        <p:cNvGrpSpPr/>
        <p:nvPr/>
      </p:nvGrpSpPr>
      <p:grpSpPr>
        <a:xfrm>
          <a:off x="0" y="0"/>
          <a:ext cx="0" cy="0"/>
          <a:chOff x="0" y="0"/>
          <a:chExt cx="0" cy="0"/>
        </a:xfrm>
      </p:grpSpPr>
      <p:sp>
        <p:nvSpPr>
          <p:cNvPr id="15" name="Google Shape;15;p2"/>
          <p:cNvSpPr txBox="1"/>
          <p:nvPr>
            <p:ph idx="1" type="body"/>
          </p:nvPr>
        </p:nvSpPr>
        <p:spPr>
          <a:xfrm>
            <a:off x="266701" y="952500"/>
            <a:ext cx="11621982" cy="5181599"/>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Clr>
                <a:schemeClr val="dk2"/>
              </a:buClr>
              <a:buSzPts val="1800"/>
              <a:buChar char="•"/>
              <a:defRPr/>
            </a:lvl1pPr>
            <a:lvl2pPr indent="-355600" lvl="1" marL="914400" algn="l">
              <a:lnSpc>
                <a:spcPct val="100000"/>
              </a:lnSpc>
              <a:spcBef>
                <a:spcPts val="500"/>
              </a:spcBef>
              <a:spcAft>
                <a:spcPts val="0"/>
              </a:spcAft>
              <a:buClr>
                <a:schemeClr val="dk1"/>
              </a:buClr>
              <a:buSzPts val="2000"/>
              <a:buChar char="•"/>
              <a:defRPr sz="2000"/>
            </a:lvl2pPr>
            <a:lvl3pPr indent="-342900" lvl="2" marL="1371600" algn="l">
              <a:lnSpc>
                <a:spcPct val="100000"/>
              </a:lnSpc>
              <a:spcBef>
                <a:spcPts val="500"/>
              </a:spcBef>
              <a:spcAft>
                <a:spcPts val="0"/>
              </a:spcAft>
              <a:buClr>
                <a:schemeClr val="dk2"/>
              </a:buClr>
              <a:buSzPts val="1800"/>
              <a:buFont typeface="NTR"/>
              <a:buChar char="–"/>
              <a:defRPr sz="1800"/>
            </a:lvl3pPr>
            <a:lvl4pPr indent="-342900" lvl="3" marL="1828800" algn="l">
              <a:lnSpc>
                <a:spcPct val="100000"/>
              </a:lnSpc>
              <a:spcBef>
                <a:spcPts val="500"/>
              </a:spcBef>
              <a:spcAft>
                <a:spcPts val="0"/>
              </a:spcAft>
              <a:buClr>
                <a:schemeClr val="dk2"/>
              </a:buClr>
              <a:buSzPts val="1800"/>
              <a:buChar char="•"/>
              <a:defRPr sz="1800"/>
            </a:lvl4pPr>
            <a:lvl5pPr indent="-342900" lvl="4" marL="2286000" algn="l">
              <a:lnSpc>
                <a:spcPct val="100000"/>
              </a:lnSpc>
              <a:spcBef>
                <a:spcPts val="500"/>
              </a:spcBef>
              <a:spcAft>
                <a:spcPts val="0"/>
              </a:spcAft>
              <a:buClr>
                <a:schemeClr val="dk2"/>
              </a:buClr>
              <a:buSzPts val="1800"/>
              <a:buChar char="•"/>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6" name="Google Shape;16;p2"/>
          <p:cNvCxnSpPr/>
          <p:nvPr/>
        </p:nvCxnSpPr>
        <p:spPr>
          <a:xfrm>
            <a:off x="303317" y="794776"/>
            <a:ext cx="11585366" cy="0"/>
          </a:xfrm>
          <a:prstGeom prst="straightConnector1">
            <a:avLst/>
          </a:prstGeom>
          <a:noFill/>
          <a:ln cap="flat" cmpd="sng" w="12700">
            <a:solidFill>
              <a:schemeClr val="accent1"/>
            </a:solidFill>
            <a:prstDash val="solid"/>
            <a:miter lim="800000"/>
            <a:headEnd len="sm" w="sm" type="none"/>
            <a:tailEnd len="sm" w="sm" type="none"/>
          </a:ln>
        </p:spPr>
      </p:cxnSp>
      <p:sp>
        <p:nvSpPr>
          <p:cNvPr id="17" name="Google Shape;17;p2"/>
          <p:cNvSpPr txBox="1"/>
          <p:nvPr>
            <p:ph idx="12" type="sldNum"/>
          </p:nvPr>
        </p:nvSpPr>
        <p:spPr>
          <a:xfrm>
            <a:off x="10218545" y="6248487"/>
            <a:ext cx="1232722" cy="365125"/>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8" name="Google Shape;18;p2"/>
          <p:cNvSpPr txBox="1"/>
          <p:nvPr>
            <p:ph type="title"/>
          </p:nvPr>
        </p:nvSpPr>
        <p:spPr>
          <a:xfrm>
            <a:off x="303317" y="244386"/>
            <a:ext cx="11585366" cy="52454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9" name="Shape 19"/>
        <p:cNvGrpSpPr/>
        <p:nvPr/>
      </p:nvGrpSpPr>
      <p:grpSpPr>
        <a:xfrm>
          <a:off x="0" y="0"/>
          <a:ext cx="0" cy="0"/>
          <a:chOff x="0" y="0"/>
          <a:chExt cx="0" cy="0"/>
        </a:xfrm>
      </p:grpSpPr>
      <p:sp>
        <p:nvSpPr>
          <p:cNvPr id="20" name="Google Shape;20;p3"/>
          <p:cNvSpPr/>
          <p:nvPr/>
        </p:nvSpPr>
        <p:spPr>
          <a:xfrm>
            <a:off x="0" y="0"/>
            <a:ext cx="12192000" cy="6858000"/>
          </a:xfrm>
          <a:prstGeom prst="rect">
            <a:avLst/>
          </a:prstGeom>
          <a:gradFill>
            <a:gsLst>
              <a:gs pos="0">
                <a:srgbClr val="001945"/>
              </a:gs>
              <a:gs pos="50000">
                <a:srgbClr val="002366"/>
              </a:gs>
              <a:gs pos="100000">
                <a:srgbClr val="002B7A"/>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1" name="Google Shape;21;p3"/>
          <p:cNvSpPr txBox="1"/>
          <p:nvPr>
            <p:ph idx="1" type="subTitle"/>
          </p:nvPr>
        </p:nvSpPr>
        <p:spPr>
          <a:xfrm>
            <a:off x="576649" y="3692901"/>
            <a:ext cx="5519351" cy="784095"/>
          </a:xfrm>
          <a:prstGeom prst="rect">
            <a:avLst/>
          </a:prstGeom>
          <a:noFill/>
          <a:ln>
            <a:noFill/>
          </a:ln>
        </p:spPr>
        <p:txBody>
          <a:bodyPr anchorCtr="0" anchor="ctr" bIns="45700" lIns="91425" spcFirstLastPara="1" rIns="91425" wrap="square" tIns="45700">
            <a:normAutofit/>
          </a:bodyPr>
          <a:lstStyle>
            <a:lvl1pPr lvl="0" algn="l">
              <a:lnSpc>
                <a:spcPct val="103333"/>
              </a:lnSpc>
              <a:spcBef>
                <a:spcPts val="1000"/>
              </a:spcBef>
              <a:spcAft>
                <a:spcPts val="0"/>
              </a:spcAft>
              <a:buClr>
                <a:srgbClr val="4E97E0"/>
              </a:buClr>
              <a:buSzPts val="2400"/>
              <a:buNone/>
              <a:defRPr b="1" sz="2400">
                <a:solidFill>
                  <a:srgbClr val="4E97E0"/>
                </a:solidFill>
                <a:latin typeface="Tahoma"/>
                <a:ea typeface="Tahoma"/>
                <a:cs typeface="Tahoma"/>
                <a:sym typeface="Tahoma"/>
              </a:defRPr>
            </a:lvl1pPr>
            <a:lvl2pPr lvl="1" algn="ctr">
              <a:lnSpc>
                <a:spcPct val="100000"/>
              </a:lnSpc>
              <a:spcBef>
                <a:spcPts val="500"/>
              </a:spcBef>
              <a:spcAft>
                <a:spcPts val="0"/>
              </a:spcAft>
              <a:buClr>
                <a:schemeClr val="dk1"/>
              </a:buClr>
              <a:buSzPts val="2000"/>
              <a:buNone/>
              <a:defRPr sz="2000"/>
            </a:lvl2pPr>
            <a:lvl3pPr lvl="2" algn="ctr">
              <a:lnSpc>
                <a:spcPct val="100000"/>
              </a:lnSpc>
              <a:spcBef>
                <a:spcPts val="500"/>
              </a:spcBef>
              <a:spcAft>
                <a:spcPts val="0"/>
              </a:spcAft>
              <a:buClr>
                <a:schemeClr val="dk2"/>
              </a:buClr>
              <a:buSzPts val="1800"/>
              <a:buNone/>
              <a:defRPr sz="1800"/>
            </a:lvl3pPr>
            <a:lvl4pPr lvl="3" algn="ctr">
              <a:lnSpc>
                <a:spcPct val="100000"/>
              </a:lnSpc>
              <a:spcBef>
                <a:spcPts val="500"/>
              </a:spcBef>
              <a:spcAft>
                <a:spcPts val="0"/>
              </a:spcAft>
              <a:buClr>
                <a:schemeClr val="dk2"/>
              </a:buClr>
              <a:buSzPts val="1600"/>
              <a:buNone/>
              <a:defRPr sz="1600"/>
            </a:lvl4pPr>
            <a:lvl5pPr lvl="4" algn="ctr">
              <a:lnSpc>
                <a:spcPct val="100000"/>
              </a:lnSpc>
              <a:spcBef>
                <a:spcPts val="500"/>
              </a:spcBef>
              <a:spcAft>
                <a:spcPts val="0"/>
              </a:spcAft>
              <a:buClr>
                <a:schemeClr val="dk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descr="A black background with white text&#10;&#10;Description automatically generated" id="22" name="Google Shape;22;p3"/>
          <p:cNvPicPr preferRelativeResize="0"/>
          <p:nvPr/>
        </p:nvPicPr>
        <p:blipFill rotWithShape="1">
          <a:blip r:embed="rId2">
            <a:alphaModFix/>
          </a:blip>
          <a:srcRect b="0" l="0" r="0" t="0"/>
          <a:stretch/>
        </p:blipFill>
        <p:spPr>
          <a:xfrm>
            <a:off x="3697" y="5095306"/>
            <a:ext cx="4293230" cy="1784270"/>
          </a:xfrm>
          <a:prstGeom prst="rect">
            <a:avLst/>
          </a:prstGeom>
          <a:noFill/>
          <a:ln>
            <a:noFill/>
          </a:ln>
        </p:spPr>
      </p:pic>
      <p:sp>
        <p:nvSpPr>
          <p:cNvPr id="23" name="Google Shape;23;p3"/>
          <p:cNvSpPr txBox="1"/>
          <p:nvPr>
            <p:ph idx="2" type="body"/>
          </p:nvPr>
        </p:nvSpPr>
        <p:spPr>
          <a:xfrm>
            <a:off x="576262" y="4476751"/>
            <a:ext cx="5519738" cy="45151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1000"/>
              </a:spcBef>
              <a:spcAft>
                <a:spcPts val="0"/>
              </a:spcAft>
              <a:buClr>
                <a:schemeClr val="lt1"/>
              </a:buClr>
              <a:buSzPts val="1800"/>
              <a:buNone/>
              <a:defRPr sz="1800">
                <a:solidFill>
                  <a:schemeClr val="lt1"/>
                </a:solidFill>
              </a:defRPr>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descr="A logo of a book and a globe&#10;&#10;AI-generated content may be incorrect." id="24" name="Google Shape;24;p3"/>
          <p:cNvPicPr preferRelativeResize="0"/>
          <p:nvPr/>
        </p:nvPicPr>
        <p:blipFill rotWithShape="1">
          <a:blip r:embed="rId3">
            <a:alphaModFix amt="20000"/>
          </a:blip>
          <a:srcRect b="7188" l="2481" r="24988" t="8062"/>
          <a:stretch/>
        </p:blipFill>
        <p:spPr>
          <a:xfrm>
            <a:off x="6668565" y="0"/>
            <a:ext cx="5519738" cy="6879577"/>
          </a:xfrm>
          <a:prstGeom prst="rect">
            <a:avLst/>
          </a:prstGeom>
          <a:noFill/>
          <a:ln>
            <a:noFill/>
          </a:ln>
        </p:spPr>
      </p:pic>
      <p:sp>
        <p:nvSpPr>
          <p:cNvPr id="25" name="Google Shape;25;p3"/>
          <p:cNvSpPr/>
          <p:nvPr/>
        </p:nvSpPr>
        <p:spPr>
          <a:xfrm>
            <a:off x="0" y="2123768"/>
            <a:ext cx="12192000" cy="1418829"/>
          </a:xfrm>
          <a:prstGeom prst="rect">
            <a:avLst/>
          </a:prstGeom>
          <a:solidFill>
            <a:srgbClr val="4E97E0">
              <a:alpha val="74509"/>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6" name="Google Shape;26;p3"/>
          <p:cNvSpPr txBox="1"/>
          <p:nvPr>
            <p:ph type="ctrTitle"/>
          </p:nvPr>
        </p:nvSpPr>
        <p:spPr>
          <a:xfrm>
            <a:off x="576649" y="2212258"/>
            <a:ext cx="9231027" cy="1273341"/>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4000"/>
              <a:buFont typeface="Tahoma"/>
              <a:buNone/>
              <a:defRPr sz="4000">
                <a:solidFill>
                  <a:schemeClr val="lt1"/>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Break_Image">
  <p:cSld name="Section Break_Image">
    <p:spTree>
      <p:nvGrpSpPr>
        <p:cNvPr id="27" name="Shape 27"/>
        <p:cNvGrpSpPr/>
        <p:nvPr/>
      </p:nvGrpSpPr>
      <p:grpSpPr>
        <a:xfrm>
          <a:off x="0" y="0"/>
          <a:ext cx="0" cy="0"/>
          <a:chOff x="0" y="0"/>
          <a:chExt cx="0" cy="0"/>
        </a:xfrm>
      </p:grpSpPr>
      <p:sp>
        <p:nvSpPr>
          <p:cNvPr id="28" name="Google Shape;28;p4"/>
          <p:cNvSpPr txBox="1"/>
          <p:nvPr>
            <p:ph type="ctrTitle"/>
          </p:nvPr>
        </p:nvSpPr>
        <p:spPr>
          <a:xfrm>
            <a:off x="4706223" y="2104373"/>
            <a:ext cx="6909127" cy="1778695"/>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dk2"/>
              </a:buClr>
              <a:buSzPts val="4000"/>
              <a:buFont typeface="Tahoma"/>
              <a:buNone/>
              <a:defRPr sz="4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
          <p:cNvSpPr txBox="1"/>
          <p:nvPr>
            <p:ph idx="1" type="subTitle"/>
          </p:nvPr>
        </p:nvSpPr>
        <p:spPr>
          <a:xfrm>
            <a:off x="4706223" y="4108537"/>
            <a:ext cx="6909128" cy="967275"/>
          </a:xfrm>
          <a:prstGeom prst="rect">
            <a:avLst/>
          </a:prstGeom>
          <a:noFill/>
          <a:ln>
            <a:noFill/>
          </a:ln>
        </p:spPr>
        <p:txBody>
          <a:bodyPr anchorCtr="0" anchor="t" bIns="0" lIns="0" spcFirstLastPara="1" rIns="0" wrap="square" tIns="0">
            <a:normAutofit/>
          </a:bodyPr>
          <a:lstStyle>
            <a:lvl1pPr lvl="0" algn="l">
              <a:lnSpc>
                <a:spcPct val="100000"/>
              </a:lnSpc>
              <a:spcBef>
                <a:spcPts val="1000"/>
              </a:spcBef>
              <a:spcAft>
                <a:spcPts val="0"/>
              </a:spcAft>
              <a:buClr>
                <a:schemeClr val="accent1"/>
              </a:buClr>
              <a:buSzPts val="2400"/>
              <a:buNone/>
              <a:defRPr b="1" sz="2400">
                <a:solidFill>
                  <a:schemeClr val="accent1"/>
                </a:solidFill>
              </a:defRPr>
            </a:lvl1pPr>
            <a:lvl2pPr lvl="1" algn="ctr">
              <a:lnSpc>
                <a:spcPct val="100000"/>
              </a:lnSpc>
              <a:spcBef>
                <a:spcPts val="500"/>
              </a:spcBef>
              <a:spcAft>
                <a:spcPts val="0"/>
              </a:spcAft>
              <a:buClr>
                <a:schemeClr val="dk1"/>
              </a:buClr>
              <a:buSzPts val="2000"/>
              <a:buNone/>
              <a:defRPr sz="2000"/>
            </a:lvl2pPr>
            <a:lvl3pPr lvl="2" algn="ctr">
              <a:lnSpc>
                <a:spcPct val="100000"/>
              </a:lnSpc>
              <a:spcBef>
                <a:spcPts val="500"/>
              </a:spcBef>
              <a:spcAft>
                <a:spcPts val="0"/>
              </a:spcAft>
              <a:buClr>
                <a:schemeClr val="dk2"/>
              </a:buClr>
              <a:buSzPts val="1800"/>
              <a:buNone/>
              <a:defRPr sz="1800"/>
            </a:lvl3pPr>
            <a:lvl4pPr lvl="3" algn="ctr">
              <a:lnSpc>
                <a:spcPct val="100000"/>
              </a:lnSpc>
              <a:spcBef>
                <a:spcPts val="500"/>
              </a:spcBef>
              <a:spcAft>
                <a:spcPts val="0"/>
              </a:spcAft>
              <a:buClr>
                <a:schemeClr val="dk2"/>
              </a:buClr>
              <a:buSzPts val="1600"/>
              <a:buNone/>
              <a:defRPr sz="1600"/>
            </a:lvl4pPr>
            <a:lvl5pPr lvl="4" algn="ctr">
              <a:lnSpc>
                <a:spcPct val="100000"/>
              </a:lnSpc>
              <a:spcBef>
                <a:spcPts val="500"/>
              </a:spcBef>
              <a:spcAft>
                <a:spcPts val="0"/>
              </a:spcAft>
              <a:buClr>
                <a:schemeClr val="dk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cxnSp>
        <p:nvCxnSpPr>
          <p:cNvPr id="30" name="Google Shape;30;p4"/>
          <p:cNvCxnSpPr/>
          <p:nvPr/>
        </p:nvCxnSpPr>
        <p:spPr>
          <a:xfrm>
            <a:off x="529817" y="1937657"/>
            <a:ext cx="11085533" cy="0"/>
          </a:xfrm>
          <a:prstGeom prst="straightConnector1">
            <a:avLst/>
          </a:prstGeom>
          <a:noFill/>
          <a:ln cap="flat" cmpd="sng" w="12700">
            <a:solidFill>
              <a:schemeClr val="accent1"/>
            </a:solidFill>
            <a:prstDash val="solid"/>
            <a:miter lim="800000"/>
            <a:headEnd len="sm" w="sm" type="none"/>
            <a:tailEnd len="sm" w="sm" type="none"/>
          </a:ln>
        </p:spPr>
      </p:cxnSp>
      <p:sp>
        <p:nvSpPr>
          <p:cNvPr id="31" name="Google Shape;31;p4"/>
          <p:cNvSpPr txBox="1"/>
          <p:nvPr>
            <p:ph idx="12" type="sldNum"/>
          </p:nvPr>
        </p:nvSpPr>
        <p:spPr>
          <a:xfrm>
            <a:off x="10218545" y="6248487"/>
            <a:ext cx="1232722" cy="365125"/>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2" name="Google Shape;32;p4"/>
          <p:cNvSpPr/>
          <p:nvPr>
            <p:ph idx="2" type="pic"/>
          </p:nvPr>
        </p:nvSpPr>
        <p:spPr>
          <a:xfrm>
            <a:off x="0" y="0"/>
            <a:ext cx="4010526" cy="6858000"/>
          </a:xfrm>
          <a:prstGeom prst="rect">
            <a:avLst/>
          </a:prstGeom>
          <a:no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Break">
  <p:cSld name="Section Break">
    <p:spTree>
      <p:nvGrpSpPr>
        <p:cNvPr id="33" name="Shape 33"/>
        <p:cNvGrpSpPr/>
        <p:nvPr/>
      </p:nvGrpSpPr>
      <p:grpSpPr>
        <a:xfrm>
          <a:off x="0" y="0"/>
          <a:ext cx="0" cy="0"/>
          <a:chOff x="0" y="0"/>
          <a:chExt cx="0" cy="0"/>
        </a:xfrm>
      </p:grpSpPr>
      <p:sp>
        <p:nvSpPr>
          <p:cNvPr id="34" name="Google Shape;34;p5"/>
          <p:cNvSpPr/>
          <p:nvPr/>
        </p:nvSpPr>
        <p:spPr>
          <a:xfrm>
            <a:off x="0" y="0"/>
            <a:ext cx="12192000" cy="6858000"/>
          </a:xfrm>
          <a:prstGeom prst="rect">
            <a:avLst/>
          </a:prstGeom>
          <a:gradFill>
            <a:gsLst>
              <a:gs pos="0">
                <a:srgbClr val="001945"/>
              </a:gs>
              <a:gs pos="50000">
                <a:srgbClr val="002366"/>
              </a:gs>
              <a:gs pos="100000">
                <a:srgbClr val="002B7A"/>
              </a:gs>
            </a:gsLst>
            <a:lin ang="10800000" scaled="0"/>
          </a:gradFill>
          <a:ln cap="flat" cmpd="sng" w="19050">
            <a:solidFill>
              <a:srgbClr val="203F5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A logo of a book and a globe&#10;&#10;AI-generated content may be incorrect." id="35" name="Google Shape;35;p5"/>
          <p:cNvPicPr preferRelativeResize="0"/>
          <p:nvPr/>
        </p:nvPicPr>
        <p:blipFill rotWithShape="1">
          <a:blip r:embed="rId2">
            <a:alphaModFix amt="20000"/>
          </a:blip>
          <a:srcRect b="7187" l="2481" r="24988" t="-885"/>
          <a:stretch/>
        </p:blipFill>
        <p:spPr>
          <a:xfrm>
            <a:off x="9684181" y="3429001"/>
            <a:ext cx="2504121" cy="3450576"/>
          </a:xfrm>
          <a:prstGeom prst="rect">
            <a:avLst/>
          </a:prstGeom>
          <a:noFill/>
          <a:ln>
            <a:noFill/>
          </a:ln>
        </p:spPr>
      </p:pic>
      <p:sp>
        <p:nvSpPr>
          <p:cNvPr id="36" name="Google Shape;36;p5"/>
          <p:cNvSpPr txBox="1"/>
          <p:nvPr>
            <p:ph type="ctrTitle"/>
          </p:nvPr>
        </p:nvSpPr>
        <p:spPr>
          <a:xfrm>
            <a:off x="1475873" y="723901"/>
            <a:ext cx="9240253" cy="303464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lt1"/>
              </a:buClr>
              <a:buSzPts val="4000"/>
              <a:buFont typeface="Tahoma"/>
              <a:buNone/>
              <a:defRPr b="1"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5"/>
          <p:cNvSpPr txBox="1"/>
          <p:nvPr>
            <p:ph idx="1" type="subTitle"/>
          </p:nvPr>
        </p:nvSpPr>
        <p:spPr>
          <a:xfrm>
            <a:off x="1475873" y="4061125"/>
            <a:ext cx="9240253" cy="2072975"/>
          </a:xfrm>
          <a:prstGeom prst="rect">
            <a:avLst/>
          </a:prstGeom>
          <a:noFill/>
          <a:ln>
            <a:noFill/>
          </a:ln>
        </p:spPr>
        <p:txBody>
          <a:bodyPr anchorCtr="0" anchor="t" bIns="0" lIns="0" spcFirstLastPara="1" rIns="0" wrap="square" tIns="0">
            <a:normAutofit/>
          </a:bodyPr>
          <a:lstStyle>
            <a:lvl1pPr lvl="0" algn="l">
              <a:lnSpc>
                <a:spcPct val="95000"/>
              </a:lnSpc>
              <a:spcBef>
                <a:spcPts val="1000"/>
              </a:spcBef>
              <a:spcAft>
                <a:spcPts val="0"/>
              </a:spcAft>
              <a:buClr>
                <a:schemeClr val="accent1"/>
              </a:buClr>
              <a:buSzPts val="2400"/>
              <a:buNone/>
              <a:defRPr b="1" sz="2400">
                <a:solidFill>
                  <a:schemeClr val="accent1"/>
                </a:solidFill>
              </a:defRPr>
            </a:lvl1pPr>
            <a:lvl2pPr lvl="1" algn="ctr">
              <a:lnSpc>
                <a:spcPct val="100000"/>
              </a:lnSpc>
              <a:spcBef>
                <a:spcPts val="500"/>
              </a:spcBef>
              <a:spcAft>
                <a:spcPts val="0"/>
              </a:spcAft>
              <a:buClr>
                <a:schemeClr val="dk1"/>
              </a:buClr>
              <a:buSzPts val="2000"/>
              <a:buNone/>
              <a:defRPr sz="2000"/>
            </a:lvl2pPr>
            <a:lvl3pPr lvl="2" algn="ctr">
              <a:lnSpc>
                <a:spcPct val="100000"/>
              </a:lnSpc>
              <a:spcBef>
                <a:spcPts val="500"/>
              </a:spcBef>
              <a:spcAft>
                <a:spcPts val="0"/>
              </a:spcAft>
              <a:buClr>
                <a:schemeClr val="dk2"/>
              </a:buClr>
              <a:buSzPts val="1800"/>
              <a:buNone/>
              <a:defRPr sz="1800"/>
            </a:lvl3pPr>
            <a:lvl4pPr lvl="3" algn="ctr">
              <a:lnSpc>
                <a:spcPct val="100000"/>
              </a:lnSpc>
              <a:spcBef>
                <a:spcPts val="500"/>
              </a:spcBef>
              <a:spcAft>
                <a:spcPts val="0"/>
              </a:spcAft>
              <a:buClr>
                <a:schemeClr val="dk2"/>
              </a:buClr>
              <a:buSzPts val="1600"/>
              <a:buNone/>
              <a:defRPr sz="1600"/>
            </a:lvl4pPr>
            <a:lvl5pPr lvl="4" algn="ctr">
              <a:lnSpc>
                <a:spcPct val="100000"/>
              </a:lnSpc>
              <a:spcBef>
                <a:spcPts val="500"/>
              </a:spcBef>
              <a:spcAft>
                <a:spcPts val="0"/>
              </a:spcAft>
              <a:buClr>
                <a:schemeClr val="dk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w/ Caption">
  <p:cSld name="Image w/ Caption">
    <p:spTree>
      <p:nvGrpSpPr>
        <p:cNvPr id="38" name="Shape 38"/>
        <p:cNvGrpSpPr/>
        <p:nvPr/>
      </p:nvGrpSpPr>
      <p:grpSpPr>
        <a:xfrm>
          <a:off x="0" y="0"/>
          <a:ext cx="0" cy="0"/>
          <a:chOff x="0" y="0"/>
          <a:chExt cx="0" cy="0"/>
        </a:xfrm>
      </p:grpSpPr>
      <p:sp>
        <p:nvSpPr>
          <p:cNvPr id="39" name="Google Shape;39;p6"/>
          <p:cNvSpPr txBox="1"/>
          <p:nvPr>
            <p:ph idx="1" type="body"/>
          </p:nvPr>
        </p:nvSpPr>
        <p:spPr>
          <a:xfrm>
            <a:off x="290065" y="5590552"/>
            <a:ext cx="9247777" cy="528638"/>
          </a:xfrm>
          <a:prstGeom prst="rect">
            <a:avLst/>
          </a:prstGeom>
          <a:noFill/>
          <a:ln>
            <a:noFill/>
          </a:ln>
        </p:spPr>
        <p:txBody>
          <a:bodyPr anchorCtr="0" anchor="ctr" bIns="45700" lIns="91425" spcFirstLastPara="1" rIns="91425" wrap="square" tIns="45700">
            <a:normAutofit/>
          </a:bodyPr>
          <a:lstStyle>
            <a:lvl1pPr indent="-228600" lvl="0" marL="457200" algn="l">
              <a:lnSpc>
                <a:spcPct val="70000"/>
              </a:lnSpc>
              <a:spcBef>
                <a:spcPts val="1000"/>
              </a:spcBef>
              <a:spcAft>
                <a:spcPts val="0"/>
              </a:spcAft>
              <a:buClr>
                <a:schemeClr val="lt1"/>
              </a:buClr>
              <a:buSzPts val="1800"/>
              <a:buNone/>
              <a:defRPr i="0" sz="1800">
                <a:solidFill>
                  <a:schemeClr val="lt1"/>
                </a:solidFill>
              </a:defRPr>
            </a:lvl1pPr>
            <a:lvl2pPr indent="-355600" lvl="1" marL="914400" algn="l">
              <a:lnSpc>
                <a:spcPct val="100000"/>
              </a:lnSpc>
              <a:spcBef>
                <a:spcPts val="500"/>
              </a:spcBef>
              <a:spcAft>
                <a:spcPts val="0"/>
              </a:spcAft>
              <a:buClr>
                <a:schemeClr val="lt1"/>
              </a:buClr>
              <a:buSzPts val="2000"/>
              <a:buChar char="•"/>
              <a:defRPr>
                <a:solidFill>
                  <a:schemeClr val="lt1"/>
                </a:solidFill>
              </a:defRPr>
            </a:lvl2pPr>
            <a:lvl3pPr indent="-342900" lvl="2" marL="1371600" algn="l">
              <a:lnSpc>
                <a:spcPct val="100000"/>
              </a:lnSpc>
              <a:spcBef>
                <a:spcPts val="500"/>
              </a:spcBef>
              <a:spcAft>
                <a:spcPts val="0"/>
              </a:spcAft>
              <a:buClr>
                <a:schemeClr val="lt1"/>
              </a:buClr>
              <a:buSzPts val="1800"/>
              <a:buChar char="•"/>
              <a:defRPr>
                <a:solidFill>
                  <a:schemeClr val="lt1"/>
                </a:solidFill>
              </a:defRPr>
            </a:lvl3pPr>
            <a:lvl4pPr indent="-342900" lvl="3" marL="1828800" algn="l">
              <a:lnSpc>
                <a:spcPct val="100000"/>
              </a:lnSpc>
              <a:spcBef>
                <a:spcPts val="500"/>
              </a:spcBef>
              <a:spcAft>
                <a:spcPts val="0"/>
              </a:spcAft>
              <a:buClr>
                <a:schemeClr val="lt1"/>
              </a:buClr>
              <a:buSzPts val="1800"/>
              <a:buChar char="•"/>
              <a:defRPr>
                <a:solidFill>
                  <a:schemeClr val="lt1"/>
                </a:solidFill>
              </a:defRPr>
            </a:lvl4pPr>
            <a:lvl5pPr indent="-342900" lvl="4" marL="2286000" algn="l">
              <a:lnSpc>
                <a:spcPct val="10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
          <p:cNvSpPr/>
          <p:nvPr>
            <p:ph idx="2" type="pic"/>
          </p:nvPr>
        </p:nvSpPr>
        <p:spPr>
          <a:xfrm>
            <a:off x="0" y="9571"/>
            <a:ext cx="12192000" cy="5264794"/>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Collage">
  <p:cSld name="Image Collage">
    <p:spTree>
      <p:nvGrpSpPr>
        <p:cNvPr id="41" name="Shape 41"/>
        <p:cNvGrpSpPr/>
        <p:nvPr/>
      </p:nvGrpSpPr>
      <p:grpSpPr>
        <a:xfrm>
          <a:off x="0" y="0"/>
          <a:ext cx="0" cy="0"/>
          <a:chOff x="0" y="0"/>
          <a:chExt cx="0" cy="0"/>
        </a:xfrm>
      </p:grpSpPr>
      <p:sp>
        <p:nvSpPr>
          <p:cNvPr id="42" name="Google Shape;42;p7"/>
          <p:cNvSpPr/>
          <p:nvPr>
            <p:ph idx="2" type="pic"/>
          </p:nvPr>
        </p:nvSpPr>
        <p:spPr>
          <a:xfrm>
            <a:off x="0" y="9571"/>
            <a:ext cx="5844209" cy="5264794"/>
          </a:xfrm>
          <a:prstGeom prst="rect">
            <a:avLst/>
          </a:prstGeom>
          <a:noFill/>
          <a:ln>
            <a:noFill/>
          </a:ln>
        </p:spPr>
      </p:sp>
      <p:sp>
        <p:nvSpPr>
          <p:cNvPr id="43" name="Google Shape;43;p7"/>
          <p:cNvSpPr/>
          <p:nvPr>
            <p:ph idx="3" type="pic"/>
          </p:nvPr>
        </p:nvSpPr>
        <p:spPr>
          <a:xfrm>
            <a:off x="5989983" y="1"/>
            <a:ext cx="6202018" cy="2769704"/>
          </a:xfrm>
          <a:prstGeom prst="rect">
            <a:avLst/>
          </a:prstGeom>
          <a:noFill/>
          <a:ln>
            <a:noFill/>
          </a:ln>
        </p:spPr>
      </p:sp>
      <p:sp>
        <p:nvSpPr>
          <p:cNvPr id="44" name="Google Shape;44;p7"/>
          <p:cNvSpPr/>
          <p:nvPr>
            <p:ph idx="4" type="pic"/>
          </p:nvPr>
        </p:nvSpPr>
        <p:spPr>
          <a:xfrm>
            <a:off x="5989983" y="2914543"/>
            <a:ext cx="3028122" cy="2359822"/>
          </a:xfrm>
          <a:prstGeom prst="rect">
            <a:avLst/>
          </a:prstGeom>
          <a:noFill/>
          <a:ln>
            <a:noFill/>
          </a:ln>
        </p:spPr>
      </p:sp>
      <p:sp>
        <p:nvSpPr>
          <p:cNvPr id="45" name="Google Shape;45;p7"/>
          <p:cNvSpPr/>
          <p:nvPr>
            <p:ph idx="5" type="pic"/>
          </p:nvPr>
        </p:nvSpPr>
        <p:spPr>
          <a:xfrm>
            <a:off x="9163879" y="2907917"/>
            <a:ext cx="3028122" cy="2359822"/>
          </a:xfrm>
          <a:prstGeom prst="rect">
            <a:avLst/>
          </a:prstGeom>
          <a:noFill/>
          <a:ln>
            <a:noFill/>
          </a:ln>
        </p:spPr>
      </p:sp>
      <p:sp>
        <p:nvSpPr>
          <p:cNvPr id="46" name="Google Shape;46;p7"/>
          <p:cNvSpPr/>
          <p:nvPr/>
        </p:nvSpPr>
        <p:spPr>
          <a:xfrm>
            <a:off x="0" y="5274365"/>
            <a:ext cx="12192000" cy="1583634"/>
          </a:xfrm>
          <a:prstGeom prst="rect">
            <a:avLst/>
          </a:prstGeom>
          <a:gradFill>
            <a:gsLst>
              <a:gs pos="0">
                <a:srgbClr val="001945"/>
              </a:gs>
              <a:gs pos="50000">
                <a:srgbClr val="002366"/>
              </a:gs>
              <a:gs pos="100000">
                <a:srgbClr val="002B7A"/>
              </a:gs>
            </a:gsLst>
            <a:lin ang="10800000" scaled="0"/>
          </a:gradFill>
          <a:ln cap="flat" cmpd="sng" w="19050">
            <a:solidFill>
              <a:srgbClr val="203F5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47" name="Google Shape;47;p7"/>
          <p:cNvSpPr txBox="1"/>
          <p:nvPr>
            <p:ph idx="1" type="body"/>
          </p:nvPr>
        </p:nvSpPr>
        <p:spPr>
          <a:xfrm>
            <a:off x="266700" y="5605462"/>
            <a:ext cx="9247777" cy="528638"/>
          </a:xfrm>
          <a:prstGeom prst="rect">
            <a:avLst/>
          </a:prstGeom>
          <a:noFill/>
          <a:ln>
            <a:noFill/>
          </a:ln>
        </p:spPr>
        <p:txBody>
          <a:bodyPr anchorCtr="0" anchor="ctr" bIns="45700" lIns="91425" spcFirstLastPara="1" rIns="91425" wrap="square" tIns="45700">
            <a:normAutofit/>
          </a:bodyPr>
          <a:lstStyle>
            <a:lvl1pPr indent="-228600" lvl="0" marL="457200" algn="l">
              <a:lnSpc>
                <a:spcPct val="70000"/>
              </a:lnSpc>
              <a:spcBef>
                <a:spcPts val="1000"/>
              </a:spcBef>
              <a:spcAft>
                <a:spcPts val="0"/>
              </a:spcAft>
              <a:buClr>
                <a:schemeClr val="lt1"/>
              </a:buClr>
              <a:buSzPts val="1800"/>
              <a:buNone/>
              <a:defRPr i="0" sz="1800">
                <a:solidFill>
                  <a:schemeClr val="lt1"/>
                </a:solidFill>
              </a:defRPr>
            </a:lvl1pPr>
            <a:lvl2pPr indent="-355600" lvl="1" marL="914400" algn="l">
              <a:lnSpc>
                <a:spcPct val="100000"/>
              </a:lnSpc>
              <a:spcBef>
                <a:spcPts val="500"/>
              </a:spcBef>
              <a:spcAft>
                <a:spcPts val="0"/>
              </a:spcAft>
              <a:buClr>
                <a:schemeClr val="lt1"/>
              </a:buClr>
              <a:buSzPts val="2000"/>
              <a:buChar char="•"/>
              <a:defRPr>
                <a:solidFill>
                  <a:schemeClr val="lt1"/>
                </a:solidFill>
              </a:defRPr>
            </a:lvl2pPr>
            <a:lvl3pPr indent="-342900" lvl="2" marL="1371600" algn="l">
              <a:lnSpc>
                <a:spcPct val="100000"/>
              </a:lnSpc>
              <a:spcBef>
                <a:spcPts val="500"/>
              </a:spcBef>
              <a:spcAft>
                <a:spcPts val="0"/>
              </a:spcAft>
              <a:buClr>
                <a:schemeClr val="lt1"/>
              </a:buClr>
              <a:buSzPts val="1800"/>
              <a:buChar char="•"/>
              <a:defRPr>
                <a:solidFill>
                  <a:schemeClr val="lt1"/>
                </a:solidFill>
              </a:defRPr>
            </a:lvl3pPr>
            <a:lvl4pPr indent="-342900" lvl="3" marL="1828800" algn="l">
              <a:lnSpc>
                <a:spcPct val="100000"/>
              </a:lnSpc>
              <a:spcBef>
                <a:spcPts val="500"/>
              </a:spcBef>
              <a:spcAft>
                <a:spcPts val="0"/>
              </a:spcAft>
              <a:buClr>
                <a:schemeClr val="lt1"/>
              </a:buClr>
              <a:buSzPts val="1800"/>
              <a:buChar char="•"/>
              <a:defRPr>
                <a:solidFill>
                  <a:schemeClr val="lt1"/>
                </a:solidFill>
              </a:defRPr>
            </a:lvl4pPr>
            <a:lvl5pPr indent="-342900" lvl="4" marL="2286000" algn="l">
              <a:lnSpc>
                <a:spcPct val="10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_50/50">
  <p:cSld name="Two Column_50/50">
    <p:spTree>
      <p:nvGrpSpPr>
        <p:cNvPr id="48" name="Shape 48"/>
        <p:cNvGrpSpPr/>
        <p:nvPr/>
      </p:nvGrpSpPr>
      <p:grpSpPr>
        <a:xfrm>
          <a:off x="0" y="0"/>
          <a:ext cx="0" cy="0"/>
          <a:chOff x="0" y="0"/>
          <a:chExt cx="0" cy="0"/>
        </a:xfrm>
      </p:grpSpPr>
      <p:sp>
        <p:nvSpPr>
          <p:cNvPr id="49" name="Google Shape;49;p8"/>
          <p:cNvSpPr/>
          <p:nvPr>
            <p:ph idx="2" type="pic"/>
          </p:nvPr>
        </p:nvSpPr>
        <p:spPr>
          <a:xfrm>
            <a:off x="6188765" y="0"/>
            <a:ext cx="6003235" cy="6858000"/>
          </a:xfrm>
          <a:prstGeom prst="rect">
            <a:avLst/>
          </a:prstGeom>
          <a:noFill/>
          <a:ln>
            <a:noFill/>
          </a:ln>
        </p:spPr>
      </p:sp>
      <p:sp>
        <p:nvSpPr>
          <p:cNvPr id="50" name="Google Shape;50;p8"/>
          <p:cNvSpPr txBox="1"/>
          <p:nvPr>
            <p:ph idx="12" type="sldNum"/>
          </p:nvPr>
        </p:nvSpPr>
        <p:spPr>
          <a:xfrm>
            <a:off x="10218545" y="6248487"/>
            <a:ext cx="1232722" cy="365125"/>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51" name="Google Shape;51;p8"/>
          <p:cNvSpPr txBox="1"/>
          <p:nvPr>
            <p:ph type="title"/>
          </p:nvPr>
        </p:nvSpPr>
        <p:spPr>
          <a:xfrm>
            <a:off x="303317" y="244386"/>
            <a:ext cx="5695739" cy="55038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52" name="Google Shape;52;p8"/>
          <p:cNvCxnSpPr/>
          <p:nvPr/>
        </p:nvCxnSpPr>
        <p:spPr>
          <a:xfrm>
            <a:off x="303317" y="794776"/>
            <a:ext cx="11585366" cy="0"/>
          </a:xfrm>
          <a:prstGeom prst="straightConnector1">
            <a:avLst/>
          </a:prstGeom>
          <a:noFill/>
          <a:ln cap="flat" cmpd="sng" w="12700">
            <a:solidFill>
              <a:schemeClr val="accent1"/>
            </a:solidFill>
            <a:prstDash val="solid"/>
            <a:miter lim="800000"/>
            <a:headEnd len="sm" w="sm" type="none"/>
            <a:tailEnd len="sm" w="sm" type="none"/>
          </a:ln>
        </p:spPr>
      </p:cxnSp>
      <p:sp>
        <p:nvSpPr>
          <p:cNvPr id="53" name="Google Shape;53;p8"/>
          <p:cNvSpPr txBox="1"/>
          <p:nvPr>
            <p:ph idx="1" type="body"/>
          </p:nvPr>
        </p:nvSpPr>
        <p:spPr>
          <a:xfrm>
            <a:off x="303317" y="952500"/>
            <a:ext cx="5695741" cy="5181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Clr>
                <a:schemeClr val="dk2"/>
              </a:buClr>
              <a:buSzPts val="1800"/>
              <a:buChar char="•"/>
              <a:defRPr/>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_50/50_images">
  <p:cSld name="Two Column_50/50_images">
    <p:spTree>
      <p:nvGrpSpPr>
        <p:cNvPr id="54" name="Shape 54"/>
        <p:cNvGrpSpPr/>
        <p:nvPr/>
      </p:nvGrpSpPr>
      <p:grpSpPr>
        <a:xfrm>
          <a:off x="0" y="0"/>
          <a:ext cx="0" cy="0"/>
          <a:chOff x="0" y="0"/>
          <a:chExt cx="0" cy="0"/>
        </a:xfrm>
      </p:grpSpPr>
      <p:sp>
        <p:nvSpPr>
          <p:cNvPr id="55" name="Google Shape;55;p9"/>
          <p:cNvSpPr txBox="1"/>
          <p:nvPr>
            <p:ph idx="1" type="body"/>
          </p:nvPr>
        </p:nvSpPr>
        <p:spPr>
          <a:xfrm>
            <a:off x="266701" y="952500"/>
            <a:ext cx="5732358" cy="5181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Clr>
                <a:schemeClr val="dk2"/>
              </a:buClr>
              <a:buSzPts val="1800"/>
              <a:buChar char="•"/>
              <a:defRPr/>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9"/>
          <p:cNvSpPr/>
          <p:nvPr>
            <p:ph idx="2" type="pic"/>
          </p:nvPr>
        </p:nvSpPr>
        <p:spPr>
          <a:xfrm>
            <a:off x="6188765" y="0"/>
            <a:ext cx="6003235" cy="3428996"/>
          </a:xfrm>
          <a:prstGeom prst="rect">
            <a:avLst/>
          </a:prstGeom>
          <a:noFill/>
          <a:ln>
            <a:noFill/>
          </a:ln>
        </p:spPr>
      </p:sp>
      <p:sp>
        <p:nvSpPr>
          <p:cNvPr id="57" name="Google Shape;57;p9"/>
          <p:cNvSpPr/>
          <p:nvPr>
            <p:ph idx="3" type="pic"/>
          </p:nvPr>
        </p:nvSpPr>
        <p:spPr>
          <a:xfrm>
            <a:off x="6188764" y="3565069"/>
            <a:ext cx="6003235" cy="3428996"/>
          </a:xfrm>
          <a:prstGeom prst="rect">
            <a:avLst/>
          </a:prstGeom>
          <a:noFill/>
          <a:ln>
            <a:noFill/>
          </a:ln>
        </p:spPr>
      </p:sp>
      <p:sp>
        <p:nvSpPr>
          <p:cNvPr id="58" name="Google Shape;58;p9"/>
          <p:cNvSpPr txBox="1"/>
          <p:nvPr>
            <p:ph idx="12" type="sldNum"/>
          </p:nvPr>
        </p:nvSpPr>
        <p:spPr>
          <a:xfrm>
            <a:off x="10218545" y="6248487"/>
            <a:ext cx="1232722" cy="365125"/>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59" name="Google Shape;59;p9"/>
          <p:cNvCxnSpPr/>
          <p:nvPr/>
        </p:nvCxnSpPr>
        <p:spPr>
          <a:xfrm>
            <a:off x="303317" y="794776"/>
            <a:ext cx="11585366" cy="0"/>
          </a:xfrm>
          <a:prstGeom prst="straightConnector1">
            <a:avLst/>
          </a:prstGeom>
          <a:noFill/>
          <a:ln cap="flat" cmpd="sng" w="12700">
            <a:solidFill>
              <a:schemeClr val="accent1"/>
            </a:solidFill>
            <a:prstDash val="solid"/>
            <a:miter lim="800000"/>
            <a:headEnd len="sm" w="sm" type="none"/>
            <a:tailEnd len="sm" w="sm" type="none"/>
          </a:ln>
        </p:spPr>
      </p:cxnSp>
      <p:sp>
        <p:nvSpPr>
          <p:cNvPr id="60" name="Google Shape;60;p9"/>
          <p:cNvSpPr txBox="1"/>
          <p:nvPr>
            <p:ph type="title"/>
          </p:nvPr>
        </p:nvSpPr>
        <p:spPr>
          <a:xfrm>
            <a:off x="303317" y="244389"/>
            <a:ext cx="5695742" cy="55038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debar w/ Image">
  <p:cSld name="Sidebar w/ Image">
    <p:spTree>
      <p:nvGrpSpPr>
        <p:cNvPr id="61" name="Shape 61"/>
        <p:cNvGrpSpPr/>
        <p:nvPr/>
      </p:nvGrpSpPr>
      <p:grpSpPr>
        <a:xfrm>
          <a:off x="0" y="0"/>
          <a:ext cx="0" cy="0"/>
          <a:chOff x="0" y="0"/>
          <a:chExt cx="0" cy="0"/>
        </a:xfrm>
      </p:grpSpPr>
      <p:sp>
        <p:nvSpPr>
          <p:cNvPr id="62" name="Google Shape;62;p10"/>
          <p:cNvSpPr txBox="1"/>
          <p:nvPr>
            <p:ph idx="1" type="body"/>
          </p:nvPr>
        </p:nvSpPr>
        <p:spPr>
          <a:xfrm>
            <a:off x="266700" y="952500"/>
            <a:ext cx="3231874" cy="51816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2"/>
              </a:buClr>
              <a:buSzPts val="2000"/>
              <a:buNone/>
              <a:defRPr sz="2000"/>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 name="Google Shape;63;p10"/>
          <p:cNvSpPr/>
          <p:nvPr>
            <p:ph idx="2" type="pic"/>
          </p:nvPr>
        </p:nvSpPr>
        <p:spPr>
          <a:xfrm>
            <a:off x="3795231" y="952500"/>
            <a:ext cx="8093438" cy="5181600"/>
          </a:xfrm>
          <a:prstGeom prst="rect">
            <a:avLst/>
          </a:prstGeom>
          <a:noFill/>
          <a:ln>
            <a:noFill/>
          </a:ln>
        </p:spPr>
      </p:sp>
      <p:sp>
        <p:nvSpPr>
          <p:cNvPr id="64" name="Google Shape;64;p10"/>
          <p:cNvSpPr txBox="1"/>
          <p:nvPr>
            <p:ph idx="12" type="sldNum"/>
          </p:nvPr>
        </p:nvSpPr>
        <p:spPr>
          <a:xfrm>
            <a:off x="10218545" y="6248487"/>
            <a:ext cx="1232722" cy="365125"/>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65" name="Google Shape;65;p10"/>
          <p:cNvCxnSpPr/>
          <p:nvPr/>
        </p:nvCxnSpPr>
        <p:spPr>
          <a:xfrm>
            <a:off x="303317" y="794776"/>
            <a:ext cx="11585366" cy="0"/>
          </a:xfrm>
          <a:prstGeom prst="straightConnector1">
            <a:avLst/>
          </a:prstGeom>
          <a:noFill/>
          <a:ln cap="flat" cmpd="sng" w="12700">
            <a:solidFill>
              <a:schemeClr val="accent1"/>
            </a:solidFill>
            <a:prstDash val="solid"/>
            <a:miter lim="800000"/>
            <a:headEnd len="sm" w="sm" type="none"/>
            <a:tailEnd len="sm" w="sm" type="none"/>
          </a:ln>
        </p:spPr>
      </p:cxnSp>
      <p:sp>
        <p:nvSpPr>
          <p:cNvPr id="66" name="Google Shape;66;p10"/>
          <p:cNvSpPr txBox="1"/>
          <p:nvPr>
            <p:ph type="title"/>
          </p:nvPr>
        </p:nvSpPr>
        <p:spPr>
          <a:xfrm>
            <a:off x="303317" y="244389"/>
            <a:ext cx="11585351" cy="55038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67" name="Google Shape;67;p10"/>
          <p:cNvCxnSpPr/>
          <p:nvPr/>
        </p:nvCxnSpPr>
        <p:spPr>
          <a:xfrm>
            <a:off x="3646902" y="952500"/>
            <a:ext cx="0" cy="5181600"/>
          </a:xfrm>
          <a:prstGeom prst="straightConnector1">
            <a:avLst/>
          </a:prstGeom>
          <a:noFill/>
          <a:ln cap="flat" cmpd="sng" w="12700">
            <a:solidFill>
              <a:schemeClr val="accent1"/>
            </a:solidFill>
            <a:prstDash val="dot"/>
            <a:miter lim="800000"/>
            <a:headEnd len="sm" w="sm" type="none"/>
            <a:tailEnd len="sm" w="sm"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p:cSld name="Two Column">
    <p:spTree>
      <p:nvGrpSpPr>
        <p:cNvPr id="68" name="Shape 68"/>
        <p:cNvGrpSpPr/>
        <p:nvPr/>
      </p:nvGrpSpPr>
      <p:grpSpPr>
        <a:xfrm>
          <a:off x="0" y="0"/>
          <a:ext cx="0" cy="0"/>
          <a:chOff x="0" y="0"/>
          <a:chExt cx="0" cy="0"/>
        </a:xfrm>
      </p:grpSpPr>
      <p:sp>
        <p:nvSpPr>
          <p:cNvPr id="69" name="Google Shape;69;p11"/>
          <p:cNvSpPr txBox="1"/>
          <p:nvPr>
            <p:ph idx="1" type="body"/>
          </p:nvPr>
        </p:nvSpPr>
        <p:spPr>
          <a:xfrm>
            <a:off x="301228" y="2054093"/>
            <a:ext cx="5715011" cy="4057096"/>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Clr>
                <a:schemeClr val="dk2"/>
              </a:buClr>
              <a:buSzPts val="1800"/>
              <a:buChar char="•"/>
              <a:defRPr/>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0" name="Google Shape;70;p11"/>
          <p:cNvSpPr txBox="1"/>
          <p:nvPr>
            <p:ph idx="2" type="body"/>
          </p:nvPr>
        </p:nvSpPr>
        <p:spPr>
          <a:xfrm>
            <a:off x="6173672" y="2054091"/>
            <a:ext cx="5715011" cy="4057096"/>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Clr>
                <a:schemeClr val="dk2"/>
              </a:buClr>
              <a:buSzPts val="1800"/>
              <a:buChar char="•"/>
              <a:defRPr/>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1"/>
          <p:cNvSpPr txBox="1"/>
          <p:nvPr>
            <p:ph idx="12" type="sldNum"/>
          </p:nvPr>
        </p:nvSpPr>
        <p:spPr>
          <a:xfrm>
            <a:off x="10218545" y="6248487"/>
            <a:ext cx="1232722" cy="365125"/>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72" name="Google Shape;72;p11"/>
          <p:cNvCxnSpPr/>
          <p:nvPr/>
        </p:nvCxnSpPr>
        <p:spPr>
          <a:xfrm>
            <a:off x="303317" y="794776"/>
            <a:ext cx="11585366" cy="0"/>
          </a:xfrm>
          <a:prstGeom prst="straightConnector1">
            <a:avLst/>
          </a:prstGeom>
          <a:noFill/>
          <a:ln cap="flat" cmpd="sng" w="12700">
            <a:solidFill>
              <a:schemeClr val="accent1"/>
            </a:solidFill>
            <a:prstDash val="solid"/>
            <a:miter lim="800000"/>
            <a:headEnd len="sm" w="sm" type="none"/>
            <a:tailEnd len="sm" w="sm" type="none"/>
          </a:ln>
        </p:spPr>
      </p:cxnSp>
      <p:sp>
        <p:nvSpPr>
          <p:cNvPr id="73" name="Google Shape;73;p11"/>
          <p:cNvSpPr txBox="1"/>
          <p:nvPr>
            <p:ph type="title"/>
          </p:nvPr>
        </p:nvSpPr>
        <p:spPr>
          <a:xfrm>
            <a:off x="303317" y="244386"/>
            <a:ext cx="11585366" cy="52454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3" type="body"/>
          </p:nvPr>
        </p:nvSpPr>
        <p:spPr>
          <a:xfrm>
            <a:off x="303316" y="992842"/>
            <a:ext cx="11585365" cy="964912"/>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1000"/>
              </a:spcBef>
              <a:spcAft>
                <a:spcPts val="0"/>
              </a:spcAft>
              <a:buClr>
                <a:schemeClr val="accent2"/>
              </a:buClr>
              <a:buSzPts val="2400"/>
              <a:buNone/>
              <a:defRPr>
                <a:solidFill>
                  <a:schemeClr val="accent2"/>
                </a:solidFill>
              </a:defRPr>
            </a:lvl1pPr>
            <a:lvl2pPr indent="-355600" lvl="1" marL="914400" algn="l">
              <a:lnSpc>
                <a:spcPct val="100000"/>
              </a:lnSpc>
              <a:spcBef>
                <a:spcPts val="500"/>
              </a:spcBef>
              <a:spcAft>
                <a:spcPts val="0"/>
              </a:spcAft>
              <a:buClr>
                <a:schemeClr val="dk1"/>
              </a:buClr>
              <a:buSzPts val="2000"/>
              <a:buChar char="•"/>
              <a:defRPr sz="2000"/>
            </a:lvl2pPr>
            <a:lvl3pPr indent="-342900" lvl="2" marL="1371600" algn="l">
              <a:lnSpc>
                <a:spcPct val="100000"/>
              </a:lnSpc>
              <a:spcBef>
                <a:spcPts val="500"/>
              </a:spcBef>
              <a:spcAft>
                <a:spcPts val="0"/>
              </a:spcAft>
              <a:buClr>
                <a:schemeClr val="dk2"/>
              </a:buClr>
              <a:buSzPts val="1800"/>
              <a:buFont typeface="NTR"/>
              <a:buChar char="–"/>
              <a:defRPr sz="1800"/>
            </a:lvl3pPr>
            <a:lvl4pPr indent="-342900" lvl="3" marL="1828800" algn="l">
              <a:lnSpc>
                <a:spcPct val="100000"/>
              </a:lnSpc>
              <a:spcBef>
                <a:spcPts val="500"/>
              </a:spcBef>
              <a:spcAft>
                <a:spcPts val="0"/>
              </a:spcAft>
              <a:buClr>
                <a:schemeClr val="dk2"/>
              </a:buClr>
              <a:buSzPts val="1800"/>
              <a:buChar char="•"/>
              <a:defRPr sz="1800"/>
            </a:lvl4pPr>
            <a:lvl5pPr indent="-342900" lvl="4" marL="2286000" algn="l">
              <a:lnSpc>
                <a:spcPct val="100000"/>
              </a:lnSpc>
              <a:spcBef>
                <a:spcPts val="500"/>
              </a:spcBef>
              <a:spcAft>
                <a:spcPts val="0"/>
              </a:spcAft>
              <a:buClr>
                <a:schemeClr val="dk2"/>
              </a:buClr>
              <a:buSzPts val="1800"/>
              <a:buChar char="•"/>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w/ Image">
  <p:cSld name="Two Column w/ Image">
    <p:spTree>
      <p:nvGrpSpPr>
        <p:cNvPr id="75" name="Shape 75"/>
        <p:cNvGrpSpPr/>
        <p:nvPr/>
      </p:nvGrpSpPr>
      <p:grpSpPr>
        <a:xfrm>
          <a:off x="0" y="0"/>
          <a:ext cx="0" cy="0"/>
          <a:chOff x="0" y="0"/>
          <a:chExt cx="0" cy="0"/>
        </a:xfrm>
      </p:grpSpPr>
      <p:sp>
        <p:nvSpPr>
          <p:cNvPr id="76" name="Google Shape;76;p12"/>
          <p:cNvSpPr txBox="1"/>
          <p:nvPr>
            <p:ph idx="1" type="body"/>
          </p:nvPr>
        </p:nvSpPr>
        <p:spPr>
          <a:xfrm>
            <a:off x="301228" y="3723861"/>
            <a:ext cx="5715011" cy="2387327"/>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Clr>
                <a:schemeClr val="dk2"/>
              </a:buClr>
              <a:buSzPts val="1800"/>
              <a:buChar char="•"/>
              <a:defRPr/>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2"/>
          <p:cNvSpPr txBox="1"/>
          <p:nvPr>
            <p:ph idx="2" type="body"/>
          </p:nvPr>
        </p:nvSpPr>
        <p:spPr>
          <a:xfrm>
            <a:off x="6173672" y="3723859"/>
            <a:ext cx="5715011" cy="2387327"/>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Clr>
                <a:schemeClr val="dk2"/>
              </a:buClr>
              <a:buSzPts val="1800"/>
              <a:buChar char="•"/>
              <a:defRPr/>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12"/>
          <p:cNvSpPr txBox="1"/>
          <p:nvPr>
            <p:ph idx="12" type="sldNum"/>
          </p:nvPr>
        </p:nvSpPr>
        <p:spPr>
          <a:xfrm>
            <a:off x="10218545" y="6248487"/>
            <a:ext cx="1232722" cy="365125"/>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79" name="Google Shape;79;p12"/>
          <p:cNvCxnSpPr/>
          <p:nvPr/>
        </p:nvCxnSpPr>
        <p:spPr>
          <a:xfrm>
            <a:off x="303317" y="794776"/>
            <a:ext cx="11585366" cy="0"/>
          </a:xfrm>
          <a:prstGeom prst="straightConnector1">
            <a:avLst/>
          </a:prstGeom>
          <a:noFill/>
          <a:ln cap="flat" cmpd="sng" w="12700">
            <a:solidFill>
              <a:schemeClr val="accent1"/>
            </a:solidFill>
            <a:prstDash val="solid"/>
            <a:miter lim="800000"/>
            <a:headEnd len="sm" w="sm" type="none"/>
            <a:tailEnd len="sm" w="sm" type="none"/>
          </a:ln>
        </p:spPr>
      </p:cxnSp>
      <p:sp>
        <p:nvSpPr>
          <p:cNvPr id="80" name="Google Shape;80;p12"/>
          <p:cNvSpPr txBox="1"/>
          <p:nvPr>
            <p:ph type="title"/>
          </p:nvPr>
        </p:nvSpPr>
        <p:spPr>
          <a:xfrm>
            <a:off x="303317" y="244386"/>
            <a:ext cx="11585366" cy="52454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12"/>
          <p:cNvSpPr/>
          <p:nvPr>
            <p:ph idx="3" type="pic"/>
          </p:nvPr>
        </p:nvSpPr>
        <p:spPr>
          <a:xfrm>
            <a:off x="296870" y="952500"/>
            <a:ext cx="5719369" cy="2599083"/>
          </a:xfrm>
          <a:prstGeom prst="rect">
            <a:avLst/>
          </a:prstGeom>
          <a:noFill/>
          <a:ln>
            <a:noFill/>
          </a:ln>
        </p:spPr>
      </p:sp>
      <p:sp>
        <p:nvSpPr>
          <p:cNvPr id="82" name="Google Shape;82;p12"/>
          <p:cNvSpPr/>
          <p:nvPr>
            <p:ph idx="4" type="pic"/>
          </p:nvPr>
        </p:nvSpPr>
        <p:spPr>
          <a:xfrm>
            <a:off x="6180119" y="952500"/>
            <a:ext cx="5715011" cy="2599083"/>
          </a:xfrm>
          <a:prstGeom prst="rect">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p:cSld name="Three Column">
    <p:spTree>
      <p:nvGrpSpPr>
        <p:cNvPr id="83" name="Shape 83"/>
        <p:cNvGrpSpPr/>
        <p:nvPr/>
      </p:nvGrpSpPr>
      <p:grpSpPr>
        <a:xfrm>
          <a:off x="0" y="0"/>
          <a:ext cx="0" cy="0"/>
          <a:chOff x="0" y="0"/>
          <a:chExt cx="0" cy="0"/>
        </a:xfrm>
      </p:grpSpPr>
      <p:sp>
        <p:nvSpPr>
          <p:cNvPr id="84" name="Google Shape;84;p13"/>
          <p:cNvSpPr txBox="1"/>
          <p:nvPr>
            <p:ph idx="1" type="body"/>
          </p:nvPr>
        </p:nvSpPr>
        <p:spPr>
          <a:xfrm>
            <a:off x="303317" y="1530122"/>
            <a:ext cx="3602718" cy="460397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Clr>
                <a:schemeClr val="dk2"/>
              </a:buClr>
              <a:buSzPts val="1800"/>
              <a:buChar char="•"/>
              <a:defRPr/>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 name="Google Shape;85;p13"/>
          <p:cNvSpPr txBox="1"/>
          <p:nvPr>
            <p:ph idx="2" type="body"/>
          </p:nvPr>
        </p:nvSpPr>
        <p:spPr>
          <a:xfrm>
            <a:off x="4292249" y="1530121"/>
            <a:ext cx="3602718" cy="4603975"/>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Clr>
                <a:schemeClr val="dk2"/>
              </a:buClr>
              <a:buSzPts val="1800"/>
              <a:buChar char="•"/>
              <a:defRPr/>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 name="Google Shape;86;p13"/>
          <p:cNvSpPr txBox="1"/>
          <p:nvPr>
            <p:ph idx="3" type="body"/>
          </p:nvPr>
        </p:nvSpPr>
        <p:spPr>
          <a:xfrm>
            <a:off x="8281181" y="1530121"/>
            <a:ext cx="3602718" cy="4603974"/>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Clr>
                <a:schemeClr val="dk2"/>
              </a:buClr>
              <a:buSzPts val="1800"/>
              <a:buChar char="•"/>
              <a:defRPr/>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 name="Google Shape;87;p13"/>
          <p:cNvSpPr txBox="1"/>
          <p:nvPr>
            <p:ph idx="12" type="sldNum"/>
          </p:nvPr>
        </p:nvSpPr>
        <p:spPr>
          <a:xfrm>
            <a:off x="10218545" y="6248487"/>
            <a:ext cx="1232722" cy="365125"/>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88" name="Google Shape;88;p13"/>
          <p:cNvCxnSpPr/>
          <p:nvPr/>
        </p:nvCxnSpPr>
        <p:spPr>
          <a:xfrm>
            <a:off x="303317" y="794776"/>
            <a:ext cx="11585366" cy="0"/>
          </a:xfrm>
          <a:prstGeom prst="straightConnector1">
            <a:avLst/>
          </a:prstGeom>
          <a:noFill/>
          <a:ln cap="flat" cmpd="sng" w="12700">
            <a:solidFill>
              <a:schemeClr val="accent1"/>
            </a:solidFill>
            <a:prstDash val="solid"/>
            <a:miter lim="800000"/>
            <a:headEnd len="sm" w="sm" type="none"/>
            <a:tailEnd len="sm" w="sm" type="none"/>
          </a:ln>
        </p:spPr>
      </p:cxnSp>
      <p:sp>
        <p:nvSpPr>
          <p:cNvPr id="89" name="Google Shape;89;p13"/>
          <p:cNvSpPr txBox="1"/>
          <p:nvPr>
            <p:ph type="title"/>
          </p:nvPr>
        </p:nvSpPr>
        <p:spPr>
          <a:xfrm>
            <a:off x="303317" y="244386"/>
            <a:ext cx="11585366" cy="52454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90" name="Google Shape;90;p13"/>
          <p:cNvCxnSpPr/>
          <p:nvPr/>
        </p:nvCxnSpPr>
        <p:spPr>
          <a:xfrm>
            <a:off x="4097475" y="1530121"/>
            <a:ext cx="0" cy="4581064"/>
          </a:xfrm>
          <a:prstGeom prst="straightConnector1">
            <a:avLst/>
          </a:prstGeom>
          <a:noFill/>
          <a:ln cap="flat" cmpd="sng" w="12700">
            <a:solidFill>
              <a:schemeClr val="accent1"/>
            </a:solidFill>
            <a:prstDash val="dot"/>
            <a:miter lim="800000"/>
            <a:headEnd len="sm" w="sm" type="none"/>
            <a:tailEnd len="sm" w="sm" type="none"/>
          </a:ln>
        </p:spPr>
      </p:cxnSp>
      <p:cxnSp>
        <p:nvCxnSpPr>
          <p:cNvPr id="91" name="Google Shape;91;p13"/>
          <p:cNvCxnSpPr/>
          <p:nvPr/>
        </p:nvCxnSpPr>
        <p:spPr>
          <a:xfrm>
            <a:off x="8085352" y="1530121"/>
            <a:ext cx="0" cy="4581064"/>
          </a:xfrm>
          <a:prstGeom prst="straightConnector1">
            <a:avLst/>
          </a:prstGeom>
          <a:noFill/>
          <a:ln cap="flat" cmpd="sng" w="12700">
            <a:solidFill>
              <a:schemeClr val="accent1"/>
            </a:solidFill>
            <a:prstDash val="dot"/>
            <a:miter lim="800000"/>
            <a:headEnd len="sm" w="sm" type="none"/>
            <a:tailEnd len="sm" w="sm" type="none"/>
          </a:ln>
        </p:spPr>
      </p:cxnSp>
      <p:sp>
        <p:nvSpPr>
          <p:cNvPr id="92" name="Google Shape;92;p13"/>
          <p:cNvSpPr txBox="1"/>
          <p:nvPr>
            <p:ph idx="4" type="body"/>
          </p:nvPr>
        </p:nvSpPr>
        <p:spPr>
          <a:xfrm>
            <a:off x="303316" y="992842"/>
            <a:ext cx="11585365" cy="416255"/>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1000"/>
              </a:spcBef>
              <a:spcAft>
                <a:spcPts val="0"/>
              </a:spcAft>
              <a:buClr>
                <a:schemeClr val="accent2"/>
              </a:buClr>
              <a:buSzPts val="2400"/>
              <a:buNone/>
              <a:defRPr>
                <a:solidFill>
                  <a:schemeClr val="accent2"/>
                </a:solidFill>
              </a:defRPr>
            </a:lvl1pPr>
            <a:lvl2pPr indent="-355600" lvl="1" marL="914400" algn="l">
              <a:lnSpc>
                <a:spcPct val="100000"/>
              </a:lnSpc>
              <a:spcBef>
                <a:spcPts val="500"/>
              </a:spcBef>
              <a:spcAft>
                <a:spcPts val="0"/>
              </a:spcAft>
              <a:buClr>
                <a:schemeClr val="dk1"/>
              </a:buClr>
              <a:buSzPts val="2000"/>
              <a:buChar char="•"/>
              <a:defRPr sz="2000"/>
            </a:lvl2pPr>
            <a:lvl3pPr indent="-342900" lvl="2" marL="1371600" algn="l">
              <a:lnSpc>
                <a:spcPct val="100000"/>
              </a:lnSpc>
              <a:spcBef>
                <a:spcPts val="500"/>
              </a:spcBef>
              <a:spcAft>
                <a:spcPts val="0"/>
              </a:spcAft>
              <a:buClr>
                <a:schemeClr val="dk2"/>
              </a:buClr>
              <a:buSzPts val="1800"/>
              <a:buFont typeface="NTR"/>
              <a:buChar char="–"/>
              <a:defRPr sz="1800"/>
            </a:lvl3pPr>
            <a:lvl4pPr indent="-342900" lvl="3" marL="1828800" algn="l">
              <a:lnSpc>
                <a:spcPct val="100000"/>
              </a:lnSpc>
              <a:spcBef>
                <a:spcPts val="500"/>
              </a:spcBef>
              <a:spcAft>
                <a:spcPts val="0"/>
              </a:spcAft>
              <a:buClr>
                <a:schemeClr val="dk2"/>
              </a:buClr>
              <a:buSzPts val="1800"/>
              <a:buChar char="•"/>
              <a:defRPr sz="1800"/>
            </a:lvl4pPr>
            <a:lvl5pPr indent="-342900" lvl="4" marL="2286000" algn="l">
              <a:lnSpc>
                <a:spcPct val="100000"/>
              </a:lnSpc>
              <a:spcBef>
                <a:spcPts val="500"/>
              </a:spcBef>
              <a:spcAft>
                <a:spcPts val="0"/>
              </a:spcAft>
              <a:buClr>
                <a:schemeClr val="dk2"/>
              </a:buClr>
              <a:buSzPts val="1800"/>
              <a:buChar char="•"/>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w/ Image">
  <p:cSld name="Three Column w/ Image">
    <p:spTree>
      <p:nvGrpSpPr>
        <p:cNvPr id="93" name="Shape 93"/>
        <p:cNvGrpSpPr/>
        <p:nvPr/>
      </p:nvGrpSpPr>
      <p:grpSpPr>
        <a:xfrm>
          <a:off x="0" y="0"/>
          <a:ext cx="0" cy="0"/>
          <a:chOff x="0" y="0"/>
          <a:chExt cx="0" cy="0"/>
        </a:xfrm>
      </p:grpSpPr>
      <p:sp>
        <p:nvSpPr>
          <p:cNvPr id="94" name="Google Shape;94;p14"/>
          <p:cNvSpPr txBox="1"/>
          <p:nvPr>
            <p:ph idx="1" type="body"/>
          </p:nvPr>
        </p:nvSpPr>
        <p:spPr>
          <a:xfrm>
            <a:off x="303257" y="3976028"/>
            <a:ext cx="3593619" cy="213516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2"/>
              </a:buClr>
              <a:buSzPts val="2000"/>
              <a:buNone/>
              <a:defRPr b="0" sz="2000"/>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5" name="Google Shape;95;p14"/>
          <p:cNvSpPr txBox="1"/>
          <p:nvPr>
            <p:ph idx="2" type="body"/>
          </p:nvPr>
        </p:nvSpPr>
        <p:spPr>
          <a:xfrm>
            <a:off x="4308562" y="3976028"/>
            <a:ext cx="3570653" cy="213516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2"/>
              </a:buClr>
              <a:buSzPts val="2000"/>
              <a:buNone/>
              <a:defRPr b="0" sz="2000"/>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6" name="Google Shape;96;p14"/>
          <p:cNvSpPr txBox="1"/>
          <p:nvPr>
            <p:ph idx="3" type="body"/>
          </p:nvPr>
        </p:nvSpPr>
        <p:spPr>
          <a:xfrm>
            <a:off x="8317987" y="3976028"/>
            <a:ext cx="3570637" cy="213515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2"/>
              </a:buClr>
              <a:buSzPts val="2000"/>
              <a:buNone/>
              <a:defRPr b="0" sz="2000"/>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 name="Google Shape;97;p14"/>
          <p:cNvSpPr/>
          <p:nvPr>
            <p:ph idx="4" type="pic"/>
          </p:nvPr>
        </p:nvSpPr>
        <p:spPr>
          <a:xfrm>
            <a:off x="288542" y="1516674"/>
            <a:ext cx="3593619" cy="2356067"/>
          </a:xfrm>
          <a:prstGeom prst="rect">
            <a:avLst/>
          </a:prstGeom>
          <a:noFill/>
          <a:ln>
            <a:noFill/>
          </a:ln>
        </p:spPr>
      </p:sp>
      <p:cxnSp>
        <p:nvCxnSpPr>
          <p:cNvPr id="98" name="Google Shape;98;p14"/>
          <p:cNvCxnSpPr/>
          <p:nvPr/>
        </p:nvCxnSpPr>
        <p:spPr>
          <a:xfrm>
            <a:off x="4097475" y="1516674"/>
            <a:ext cx="0" cy="4594511"/>
          </a:xfrm>
          <a:prstGeom prst="straightConnector1">
            <a:avLst/>
          </a:prstGeom>
          <a:noFill/>
          <a:ln cap="flat" cmpd="sng" w="12700">
            <a:solidFill>
              <a:schemeClr val="accent1"/>
            </a:solidFill>
            <a:prstDash val="dot"/>
            <a:miter lim="800000"/>
            <a:headEnd len="sm" w="sm" type="none"/>
            <a:tailEnd len="sm" w="sm" type="none"/>
          </a:ln>
        </p:spPr>
      </p:cxnSp>
      <p:cxnSp>
        <p:nvCxnSpPr>
          <p:cNvPr id="99" name="Google Shape;99;p14"/>
          <p:cNvCxnSpPr/>
          <p:nvPr/>
        </p:nvCxnSpPr>
        <p:spPr>
          <a:xfrm>
            <a:off x="8085352" y="1516674"/>
            <a:ext cx="0" cy="4594511"/>
          </a:xfrm>
          <a:prstGeom prst="straightConnector1">
            <a:avLst/>
          </a:prstGeom>
          <a:noFill/>
          <a:ln cap="flat" cmpd="sng" w="12700">
            <a:solidFill>
              <a:schemeClr val="accent1"/>
            </a:solidFill>
            <a:prstDash val="dot"/>
            <a:miter lim="800000"/>
            <a:headEnd len="sm" w="sm" type="none"/>
            <a:tailEnd len="sm" w="sm" type="none"/>
          </a:ln>
        </p:spPr>
      </p:cxnSp>
      <p:sp>
        <p:nvSpPr>
          <p:cNvPr id="100" name="Google Shape;100;p14"/>
          <p:cNvSpPr txBox="1"/>
          <p:nvPr>
            <p:ph idx="12" type="sldNum"/>
          </p:nvPr>
        </p:nvSpPr>
        <p:spPr>
          <a:xfrm>
            <a:off x="10218545" y="6248487"/>
            <a:ext cx="1232722" cy="365125"/>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01" name="Google Shape;101;p14"/>
          <p:cNvSpPr/>
          <p:nvPr>
            <p:ph idx="5" type="pic"/>
          </p:nvPr>
        </p:nvSpPr>
        <p:spPr>
          <a:xfrm>
            <a:off x="4308562" y="1516674"/>
            <a:ext cx="3570695" cy="2378338"/>
          </a:xfrm>
          <a:prstGeom prst="rect">
            <a:avLst/>
          </a:prstGeom>
          <a:noFill/>
          <a:ln>
            <a:noFill/>
          </a:ln>
        </p:spPr>
      </p:sp>
      <p:sp>
        <p:nvSpPr>
          <p:cNvPr id="102" name="Google Shape;102;p14"/>
          <p:cNvSpPr/>
          <p:nvPr>
            <p:ph idx="6" type="pic"/>
          </p:nvPr>
        </p:nvSpPr>
        <p:spPr>
          <a:xfrm>
            <a:off x="8305658" y="1516674"/>
            <a:ext cx="3570695" cy="2384567"/>
          </a:xfrm>
          <a:prstGeom prst="rect">
            <a:avLst/>
          </a:prstGeom>
          <a:noFill/>
          <a:ln>
            <a:noFill/>
          </a:ln>
        </p:spPr>
      </p:sp>
      <p:cxnSp>
        <p:nvCxnSpPr>
          <p:cNvPr id="103" name="Google Shape;103;p14"/>
          <p:cNvCxnSpPr/>
          <p:nvPr/>
        </p:nvCxnSpPr>
        <p:spPr>
          <a:xfrm>
            <a:off x="303317" y="794776"/>
            <a:ext cx="11585366" cy="0"/>
          </a:xfrm>
          <a:prstGeom prst="straightConnector1">
            <a:avLst/>
          </a:prstGeom>
          <a:noFill/>
          <a:ln cap="flat" cmpd="sng" w="12700">
            <a:solidFill>
              <a:schemeClr val="accent1"/>
            </a:solidFill>
            <a:prstDash val="solid"/>
            <a:miter lim="800000"/>
            <a:headEnd len="sm" w="sm" type="none"/>
            <a:tailEnd len="sm" w="sm" type="none"/>
          </a:ln>
        </p:spPr>
      </p:cxnSp>
      <p:sp>
        <p:nvSpPr>
          <p:cNvPr id="104" name="Google Shape;104;p14"/>
          <p:cNvSpPr txBox="1"/>
          <p:nvPr>
            <p:ph type="title"/>
          </p:nvPr>
        </p:nvSpPr>
        <p:spPr>
          <a:xfrm>
            <a:off x="303317" y="244386"/>
            <a:ext cx="11585366" cy="52454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5" name="Google Shape;105;p14"/>
          <p:cNvSpPr txBox="1"/>
          <p:nvPr>
            <p:ph idx="7" type="body"/>
          </p:nvPr>
        </p:nvSpPr>
        <p:spPr>
          <a:xfrm>
            <a:off x="303316" y="992842"/>
            <a:ext cx="11585365" cy="416255"/>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1000"/>
              </a:spcBef>
              <a:spcAft>
                <a:spcPts val="0"/>
              </a:spcAft>
              <a:buClr>
                <a:schemeClr val="accent2"/>
              </a:buClr>
              <a:buSzPts val="2400"/>
              <a:buNone/>
              <a:defRPr>
                <a:solidFill>
                  <a:schemeClr val="accent2"/>
                </a:solidFill>
              </a:defRPr>
            </a:lvl1pPr>
            <a:lvl2pPr indent="-355600" lvl="1" marL="914400" algn="l">
              <a:lnSpc>
                <a:spcPct val="100000"/>
              </a:lnSpc>
              <a:spcBef>
                <a:spcPts val="500"/>
              </a:spcBef>
              <a:spcAft>
                <a:spcPts val="0"/>
              </a:spcAft>
              <a:buClr>
                <a:schemeClr val="dk1"/>
              </a:buClr>
              <a:buSzPts val="2000"/>
              <a:buChar char="•"/>
              <a:defRPr sz="2000"/>
            </a:lvl2pPr>
            <a:lvl3pPr indent="-342900" lvl="2" marL="1371600" algn="l">
              <a:lnSpc>
                <a:spcPct val="100000"/>
              </a:lnSpc>
              <a:spcBef>
                <a:spcPts val="500"/>
              </a:spcBef>
              <a:spcAft>
                <a:spcPts val="0"/>
              </a:spcAft>
              <a:buClr>
                <a:schemeClr val="dk2"/>
              </a:buClr>
              <a:buSzPts val="1800"/>
              <a:buFont typeface="NTR"/>
              <a:buChar char="–"/>
              <a:defRPr sz="1800"/>
            </a:lvl3pPr>
            <a:lvl4pPr indent="-342900" lvl="3" marL="1828800" algn="l">
              <a:lnSpc>
                <a:spcPct val="100000"/>
              </a:lnSpc>
              <a:spcBef>
                <a:spcPts val="500"/>
              </a:spcBef>
              <a:spcAft>
                <a:spcPts val="0"/>
              </a:spcAft>
              <a:buClr>
                <a:schemeClr val="dk2"/>
              </a:buClr>
              <a:buSzPts val="1800"/>
              <a:buChar char="•"/>
              <a:defRPr sz="1800"/>
            </a:lvl4pPr>
            <a:lvl5pPr indent="-342900" lvl="4" marL="2286000" algn="l">
              <a:lnSpc>
                <a:spcPct val="100000"/>
              </a:lnSpc>
              <a:spcBef>
                <a:spcPts val="500"/>
              </a:spcBef>
              <a:spcAft>
                <a:spcPts val="0"/>
              </a:spcAft>
              <a:buClr>
                <a:schemeClr val="dk2"/>
              </a:buClr>
              <a:buSzPts val="1800"/>
              <a:buChar char="•"/>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lumn">
  <p:cSld name="Four Column">
    <p:spTree>
      <p:nvGrpSpPr>
        <p:cNvPr id="106" name="Shape 106"/>
        <p:cNvGrpSpPr/>
        <p:nvPr/>
      </p:nvGrpSpPr>
      <p:grpSpPr>
        <a:xfrm>
          <a:off x="0" y="0"/>
          <a:ext cx="0" cy="0"/>
          <a:chOff x="0" y="0"/>
          <a:chExt cx="0" cy="0"/>
        </a:xfrm>
      </p:grpSpPr>
      <p:sp>
        <p:nvSpPr>
          <p:cNvPr id="107" name="Google Shape;107;p15"/>
          <p:cNvSpPr txBox="1"/>
          <p:nvPr>
            <p:ph idx="1" type="body"/>
          </p:nvPr>
        </p:nvSpPr>
        <p:spPr>
          <a:xfrm>
            <a:off x="303317" y="1546418"/>
            <a:ext cx="2660444" cy="4564768"/>
          </a:xfrm>
          <a:prstGeom prst="rect">
            <a:avLst/>
          </a:prstGeom>
          <a:noFill/>
          <a:ln>
            <a:noFill/>
          </a:ln>
        </p:spPr>
        <p:txBody>
          <a:bodyPr anchorCtr="0" anchor="t" bIns="45700" lIns="91425" spcFirstLastPara="1" rIns="91425" wrap="square" tIns="45700">
            <a:normAutofit/>
          </a:bodyPr>
          <a:lstStyle>
            <a:lvl1pPr indent="-355600" lvl="0" marL="457200" algn="l">
              <a:lnSpc>
                <a:spcPct val="100000"/>
              </a:lnSpc>
              <a:spcBef>
                <a:spcPts val="1000"/>
              </a:spcBef>
              <a:spcAft>
                <a:spcPts val="0"/>
              </a:spcAft>
              <a:buClr>
                <a:schemeClr val="dk2"/>
              </a:buClr>
              <a:buSzPts val="2000"/>
              <a:buChar char="•"/>
              <a:defRPr sz="2000"/>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8" name="Google Shape;108;p15"/>
          <p:cNvSpPr txBox="1"/>
          <p:nvPr>
            <p:ph idx="2" type="body"/>
          </p:nvPr>
        </p:nvSpPr>
        <p:spPr>
          <a:xfrm>
            <a:off x="3268158" y="1546417"/>
            <a:ext cx="2660444" cy="4564764"/>
          </a:xfrm>
          <a:prstGeom prst="rect">
            <a:avLst/>
          </a:prstGeom>
          <a:noFill/>
          <a:ln>
            <a:noFill/>
          </a:ln>
        </p:spPr>
        <p:txBody>
          <a:bodyPr anchorCtr="0" anchor="t" bIns="45700" lIns="91425" spcFirstLastPara="1" rIns="91425" wrap="square" tIns="45700">
            <a:normAutofit/>
          </a:bodyPr>
          <a:lstStyle>
            <a:lvl1pPr indent="-355600" lvl="0" marL="457200" algn="l">
              <a:lnSpc>
                <a:spcPct val="100000"/>
              </a:lnSpc>
              <a:spcBef>
                <a:spcPts val="1000"/>
              </a:spcBef>
              <a:spcAft>
                <a:spcPts val="0"/>
              </a:spcAft>
              <a:buClr>
                <a:schemeClr val="dk2"/>
              </a:buClr>
              <a:buSzPts val="2000"/>
              <a:buChar char="•"/>
              <a:defRPr sz="2000"/>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9" name="Google Shape;109;p15"/>
          <p:cNvSpPr txBox="1"/>
          <p:nvPr>
            <p:ph idx="3" type="body"/>
          </p:nvPr>
        </p:nvSpPr>
        <p:spPr>
          <a:xfrm>
            <a:off x="6233000" y="1546418"/>
            <a:ext cx="2660444" cy="4564758"/>
          </a:xfrm>
          <a:prstGeom prst="rect">
            <a:avLst/>
          </a:prstGeom>
          <a:noFill/>
          <a:ln>
            <a:noFill/>
          </a:ln>
        </p:spPr>
        <p:txBody>
          <a:bodyPr anchorCtr="0" anchor="t" bIns="45700" lIns="91425" spcFirstLastPara="1" rIns="91425" wrap="square" tIns="45700">
            <a:normAutofit/>
          </a:bodyPr>
          <a:lstStyle>
            <a:lvl1pPr indent="-355600" lvl="0" marL="457200" algn="l">
              <a:lnSpc>
                <a:spcPct val="100000"/>
              </a:lnSpc>
              <a:spcBef>
                <a:spcPts val="1000"/>
              </a:spcBef>
              <a:spcAft>
                <a:spcPts val="0"/>
              </a:spcAft>
              <a:buClr>
                <a:schemeClr val="dk2"/>
              </a:buClr>
              <a:buSzPts val="2000"/>
              <a:buChar char="•"/>
              <a:defRPr sz="2000"/>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0" name="Google Shape;110;p15"/>
          <p:cNvSpPr txBox="1"/>
          <p:nvPr>
            <p:ph idx="4" type="body"/>
          </p:nvPr>
        </p:nvSpPr>
        <p:spPr>
          <a:xfrm>
            <a:off x="9228239" y="1546418"/>
            <a:ext cx="2660444" cy="4564754"/>
          </a:xfrm>
          <a:prstGeom prst="rect">
            <a:avLst/>
          </a:prstGeom>
          <a:noFill/>
          <a:ln>
            <a:noFill/>
          </a:ln>
        </p:spPr>
        <p:txBody>
          <a:bodyPr anchorCtr="0" anchor="t" bIns="45700" lIns="91425" spcFirstLastPara="1" rIns="91425" wrap="square" tIns="45700">
            <a:normAutofit/>
          </a:bodyPr>
          <a:lstStyle>
            <a:lvl1pPr indent="-355600" lvl="0" marL="457200" algn="l">
              <a:lnSpc>
                <a:spcPct val="100000"/>
              </a:lnSpc>
              <a:spcBef>
                <a:spcPts val="1000"/>
              </a:spcBef>
              <a:spcAft>
                <a:spcPts val="0"/>
              </a:spcAft>
              <a:buClr>
                <a:schemeClr val="dk2"/>
              </a:buClr>
              <a:buSzPts val="2000"/>
              <a:buChar char="•"/>
              <a:defRPr sz="2000"/>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1" name="Google Shape;111;p15"/>
          <p:cNvSpPr txBox="1"/>
          <p:nvPr>
            <p:ph idx="12" type="sldNum"/>
          </p:nvPr>
        </p:nvSpPr>
        <p:spPr>
          <a:xfrm>
            <a:off x="10218545" y="6248487"/>
            <a:ext cx="1232722" cy="365125"/>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112" name="Google Shape;112;p15"/>
          <p:cNvCxnSpPr/>
          <p:nvPr/>
        </p:nvCxnSpPr>
        <p:spPr>
          <a:xfrm>
            <a:off x="303317" y="794776"/>
            <a:ext cx="11585366" cy="0"/>
          </a:xfrm>
          <a:prstGeom prst="straightConnector1">
            <a:avLst/>
          </a:prstGeom>
          <a:noFill/>
          <a:ln cap="flat" cmpd="sng" w="12700">
            <a:solidFill>
              <a:schemeClr val="accent1"/>
            </a:solidFill>
            <a:prstDash val="solid"/>
            <a:miter lim="800000"/>
            <a:headEnd len="sm" w="sm" type="none"/>
            <a:tailEnd len="sm" w="sm" type="none"/>
          </a:ln>
        </p:spPr>
      </p:cxnSp>
      <p:sp>
        <p:nvSpPr>
          <p:cNvPr id="113" name="Google Shape;113;p15"/>
          <p:cNvSpPr txBox="1"/>
          <p:nvPr>
            <p:ph type="title"/>
          </p:nvPr>
        </p:nvSpPr>
        <p:spPr>
          <a:xfrm>
            <a:off x="303317" y="244386"/>
            <a:ext cx="11585366" cy="52454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114" name="Google Shape;114;p15"/>
          <p:cNvCxnSpPr/>
          <p:nvPr/>
        </p:nvCxnSpPr>
        <p:spPr>
          <a:xfrm>
            <a:off x="3116283" y="1546417"/>
            <a:ext cx="0" cy="4587683"/>
          </a:xfrm>
          <a:prstGeom prst="straightConnector1">
            <a:avLst/>
          </a:prstGeom>
          <a:noFill/>
          <a:ln cap="flat" cmpd="sng" w="12700">
            <a:solidFill>
              <a:schemeClr val="accent1"/>
            </a:solidFill>
            <a:prstDash val="dot"/>
            <a:miter lim="800000"/>
            <a:headEnd len="sm" w="sm" type="none"/>
            <a:tailEnd len="sm" w="sm" type="none"/>
          </a:ln>
        </p:spPr>
      </p:cxnSp>
      <p:cxnSp>
        <p:nvCxnSpPr>
          <p:cNvPr id="115" name="Google Shape;115;p15"/>
          <p:cNvCxnSpPr/>
          <p:nvPr/>
        </p:nvCxnSpPr>
        <p:spPr>
          <a:xfrm>
            <a:off x="6093912" y="1569332"/>
            <a:ext cx="2088" cy="4564768"/>
          </a:xfrm>
          <a:prstGeom prst="straightConnector1">
            <a:avLst/>
          </a:prstGeom>
          <a:noFill/>
          <a:ln cap="flat" cmpd="sng" w="12700">
            <a:solidFill>
              <a:schemeClr val="accent1"/>
            </a:solidFill>
            <a:prstDash val="dot"/>
            <a:miter lim="800000"/>
            <a:headEnd len="sm" w="sm" type="none"/>
            <a:tailEnd len="sm" w="sm" type="none"/>
          </a:ln>
        </p:spPr>
      </p:cxnSp>
      <p:cxnSp>
        <p:nvCxnSpPr>
          <p:cNvPr id="116" name="Google Shape;116;p15"/>
          <p:cNvCxnSpPr/>
          <p:nvPr/>
        </p:nvCxnSpPr>
        <p:spPr>
          <a:xfrm>
            <a:off x="9061158" y="1569332"/>
            <a:ext cx="0" cy="4564768"/>
          </a:xfrm>
          <a:prstGeom prst="straightConnector1">
            <a:avLst/>
          </a:prstGeom>
          <a:noFill/>
          <a:ln cap="flat" cmpd="sng" w="12700">
            <a:solidFill>
              <a:schemeClr val="accent1"/>
            </a:solidFill>
            <a:prstDash val="dot"/>
            <a:miter lim="800000"/>
            <a:headEnd len="sm" w="sm" type="none"/>
            <a:tailEnd len="sm" w="sm" type="none"/>
          </a:ln>
        </p:spPr>
      </p:cxnSp>
      <p:sp>
        <p:nvSpPr>
          <p:cNvPr id="117" name="Google Shape;117;p15"/>
          <p:cNvSpPr txBox="1"/>
          <p:nvPr>
            <p:ph idx="5" type="body"/>
          </p:nvPr>
        </p:nvSpPr>
        <p:spPr>
          <a:xfrm>
            <a:off x="303316" y="992842"/>
            <a:ext cx="11585365" cy="416255"/>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1000"/>
              </a:spcBef>
              <a:spcAft>
                <a:spcPts val="0"/>
              </a:spcAft>
              <a:buClr>
                <a:schemeClr val="accent2"/>
              </a:buClr>
              <a:buSzPts val="2400"/>
              <a:buNone/>
              <a:defRPr>
                <a:solidFill>
                  <a:schemeClr val="accent2"/>
                </a:solidFill>
              </a:defRPr>
            </a:lvl1pPr>
            <a:lvl2pPr indent="-355600" lvl="1" marL="914400" algn="l">
              <a:lnSpc>
                <a:spcPct val="100000"/>
              </a:lnSpc>
              <a:spcBef>
                <a:spcPts val="500"/>
              </a:spcBef>
              <a:spcAft>
                <a:spcPts val="0"/>
              </a:spcAft>
              <a:buClr>
                <a:schemeClr val="dk1"/>
              </a:buClr>
              <a:buSzPts val="2000"/>
              <a:buChar char="•"/>
              <a:defRPr sz="2000"/>
            </a:lvl2pPr>
            <a:lvl3pPr indent="-342900" lvl="2" marL="1371600" algn="l">
              <a:lnSpc>
                <a:spcPct val="100000"/>
              </a:lnSpc>
              <a:spcBef>
                <a:spcPts val="500"/>
              </a:spcBef>
              <a:spcAft>
                <a:spcPts val="0"/>
              </a:spcAft>
              <a:buClr>
                <a:schemeClr val="dk2"/>
              </a:buClr>
              <a:buSzPts val="1800"/>
              <a:buFont typeface="NTR"/>
              <a:buChar char="–"/>
              <a:defRPr sz="1800"/>
            </a:lvl3pPr>
            <a:lvl4pPr indent="-342900" lvl="3" marL="1828800" algn="l">
              <a:lnSpc>
                <a:spcPct val="100000"/>
              </a:lnSpc>
              <a:spcBef>
                <a:spcPts val="500"/>
              </a:spcBef>
              <a:spcAft>
                <a:spcPts val="0"/>
              </a:spcAft>
              <a:buClr>
                <a:schemeClr val="dk2"/>
              </a:buClr>
              <a:buSzPts val="1800"/>
              <a:buChar char="•"/>
              <a:defRPr sz="1800"/>
            </a:lvl4pPr>
            <a:lvl5pPr indent="-342900" lvl="4" marL="2286000" algn="l">
              <a:lnSpc>
                <a:spcPct val="100000"/>
              </a:lnSpc>
              <a:spcBef>
                <a:spcPts val="500"/>
              </a:spcBef>
              <a:spcAft>
                <a:spcPts val="0"/>
              </a:spcAft>
              <a:buClr>
                <a:schemeClr val="dk2"/>
              </a:buClr>
              <a:buSzPts val="1800"/>
              <a:buChar char="•"/>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lumn w/ Image">
  <p:cSld name="Four Column w/ Image">
    <p:spTree>
      <p:nvGrpSpPr>
        <p:cNvPr id="118" name="Shape 118"/>
        <p:cNvGrpSpPr/>
        <p:nvPr/>
      </p:nvGrpSpPr>
      <p:grpSpPr>
        <a:xfrm>
          <a:off x="0" y="0"/>
          <a:ext cx="0" cy="0"/>
          <a:chOff x="0" y="0"/>
          <a:chExt cx="0" cy="0"/>
        </a:xfrm>
      </p:grpSpPr>
      <p:sp>
        <p:nvSpPr>
          <p:cNvPr id="119" name="Google Shape;119;p16"/>
          <p:cNvSpPr txBox="1"/>
          <p:nvPr>
            <p:ph idx="1" type="body"/>
          </p:nvPr>
        </p:nvSpPr>
        <p:spPr>
          <a:xfrm>
            <a:off x="303315" y="3429000"/>
            <a:ext cx="2684391" cy="2705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2"/>
              </a:buClr>
              <a:buSzPts val="2000"/>
              <a:buNone/>
              <a:defRPr sz="2000"/>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0" name="Google Shape;120;p16"/>
          <p:cNvSpPr txBox="1"/>
          <p:nvPr>
            <p:ph idx="2" type="body"/>
          </p:nvPr>
        </p:nvSpPr>
        <p:spPr>
          <a:xfrm>
            <a:off x="3284887" y="3429000"/>
            <a:ext cx="2683117" cy="2705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2"/>
              </a:buClr>
              <a:buSzPts val="2000"/>
              <a:buNone/>
              <a:defRPr sz="2000"/>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1" name="Google Shape;121;p16"/>
          <p:cNvSpPr txBox="1"/>
          <p:nvPr>
            <p:ph idx="3" type="body"/>
          </p:nvPr>
        </p:nvSpPr>
        <p:spPr>
          <a:xfrm>
            <a:off x="6244586" y="3429000"/>
            <a:ext cx="2684393" cy="2705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2"/>
              </a:buClr>
              <a:buSzPts val="2000"/>
              <a:buNone/>
              <a:defRPr sz="2000"/>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2" name="Google Shape;122;p16"/>
          <p:cNvSpPr txBox="1"/>
          <p:nvPr>
            <p:ph idx="4" type="body"/>
          </p:nvPr>
        </p:nvSpPr>
        <p:spPr>
          <a:xfrm>
            <a:off x="9204288" y="3429000"/>
            <a:ext cx="2684376" cy="2705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2"/>
              </a:buClr>
              <a:buSzPts val="2000"/>
              <a:buNone/>
              <a:defRPr sz="2000"/>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2"/>
              </a:buClr>
              <a:buSzPts val="1800"/>
              <a:buChar char="•"/>
              <a:defRPr/>
            </a:lvl3pPr>
            <a:lvl4pPr indent="-342900" lvl="3" marL="1828800" algn="l">
              <a:lnSpc>
                <a:spcPct val="100000"/>
              </a:lnSpc>
              <a:spcBef>
                <a:spcPts val="500"/>
              </a:spcBef>
              <a:spcAft>
                <a:spcPts val="0"/>
              </a:spcAft>
              <a:buClr>
                <a:schemeClr val="dk2"/>
              </a:buClr>
              <a:buSzPts val="1800"/>
              <a:buChar char="•"/>
              <a:defRPr/>
            </a:lvl4pPr>
            <a:lvl5pPr indent="-342900" lvl="4" marL="2286000" algn="l">
              <a:lnSpc>
                <a:spcPct val="10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3" name="Google Shape;123;p16"/>
          <p:cNvSpPr/>
          <p:nvPr>
            <p:ph idx="5" type="pic"/>
          </p:nvPr>
        </p:nvSpPr>
        <p:spPr>
          <a:xfrm>
            <a:off x="294324" y="1518191"/>
            <a:ext cx="2684395" cy="1816679"/>
          </a:xfrm>
          <a:prstGeom prst="rect">
            <a:avLst/>
          </a:prstGeom>
          <a:noFill/>
          <a:ln>
            <a:noFill/>
          </a:ln>
        </p:spPr>
      </p:sp>
      <p:cxnSp>
        <p:nvCxnSpPr>
          <p:cNvPr id="124" name="Google Shape;124;p16"/>
          <p:cNvCxnSpPr/>
          <p:nvPr/>
        </p:nvCxnSpPr>
        <p:spPr>
          <a:xfrm>
            <a:off x="3140347" y="1518191"/>
            <a:ext cx="0" cy="4615909"/>
          </a:xfrm>
          <a:prstGeom prst="straightConnector1">
            <a:avLst/>
          </a:prstGeom>
          <a:noFill/>
          <a:ln cap="flat" cmpd="sng" w="12700">
            <a:solidFill>
              <a:schemeClr val="accent1"/>
            </a:solidFill>
            <a:prstDash val="dot"/>
            <a:miter lim="800000"/>
            <a:headEnd len="sm" w="sm" type="none"/>
            <a:tailEnd len="sm" w="sm" type="none"/>
          </a:ln>
        </p:spPr>
      </p:cxnSp>
      <p:sp>
        <p:nvSpPr>
          <p:cNvPr id="125" name="Google Shape;125;p16"/>
          <p:cNvSpPr txBox="1"/>
          <p:nvPr>
            <p:ph idx="12" type="sldNum"/>
          </p:nvPr>
        </p:nvSpPr>
        <p:spPr>
          <a:xfrm>
            <a:off x="10218545" y="6248487"/>
            <a:ext cx="1232722" cy="365125"/>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26" name="Google Shape;126;p16"/>
          <p:cNvSpPr/>
          <p:nvPr>
            <p:ph idx="6" type="pic"/>
          </p:nvPr>
        </p:nvSpPr>
        <p:spPr>
          <a:xfrm>
            <a:off x="3275895" y="1518191"/>
            <a:ext cx="2684395" cy="1816680"/>
          </a:xfrm>
          <a:prstGeom prst="rect">
            <a:avLst/>
          </a:prstGeom>
          <a:noFill/>
          <a:ln>
            <a:noFill/>
          </a:ln>
        </p:spPr>
      </p:sp>
      <p:sp>
        <p:nvSpPr>
          <p:cNvPr id="127" name="Google Shape;127;p16"/>
          <p:cNvSpPr/>
          <p:nvPr>
            <p:ph idx="7" type="pic"/>
          </p:nvPr>
        </p:nvSpPr>
        <p:spPr>
          <a:xfrm>
            <a:off x="6235595" y="1518191"/>
            <a:ext cx="2684395" cy="1816680"/>
          </a:xfrm>
          <a:prstGeom prst="rect">
            <a:avLst/>
          </a:prstGeom>
          <a:noFill/>
          <a:ln>
            <a:noFill/>
          </a:ln>
        </p:spPr>
      </p:sp>
      <p:sp>
        <p:nvSpPr>
          <p:cNvPr id="128" name="Google Shape;128;p16"/>
          <p:cNvSpPr/>
          <p:nvPr>
            <p:ph idx="8" type="pic"/>
          </p:nvPr>
        </p:nvSpPr>
        <p:spPr>
          <a:xfrm>
            <a:off x="9195296" y="1518191"/>
            <a:ext cx="2684395" cy="1816680"/>
          </a:xfrm>
          <a:prstGeom prst="rect">
            <a:avLst/>
          </a:prstGeom>
          <a:noFill/>
          <a:ln>
            <a:noFill/>
          </a:ln>
        </p:spPr>
      </p:sp>
      <p:cxnSp>
        <p:nvCxnSpPr>
          <p:cNvPr id="129" name="Google Shape;129;p16"/>
          <p:cNvCxnSpPr/>
          <p:nvPr/>
        </p:nvCxnSpPr>
        <p:spPr>
          <a:xfrm>
            <a:off x="6096000" y="1518191"/>
            <a:ext cx="0" cy="4615909"/>
          </a:xfrm>
          <a:prstGeom prst="straightConnector1">
            <a:avLst/>
          </a:prstGeom>
          <a:noFill/>
          <a:ln cap="flat" cmpd="sng" w="12700">
            <a:solidFill>
              <a:schemeClr val="accent1"/>
            </a:solidFill>
            <a:prstDash val="dot"/>
            <a:miter lim="800000"/>
            <a:headEnd len="sm" w="sm" type="none"/>
            <a:tailEnd len="sm" w="sm" type="none"/>
          </a:ln>
        </p:spPr>
      </p:cxnSp>
      <p:cxnSp>
        <p:nvCxnSpPr>
          <p:cNvPr id="130" name="Google Shape;130;p16"/>
          <p:cNvCxnSpPr/>
          <p:nvPr/>
        </p:nvCxnSpPr>
        <p:spPr>
          <a:xfrm>
            <a:off x="9061158" y="1518191"/>
            <a:ext cx="0" cy="4615909"/>
          </a:xfrm>
          <a:prstGeom prst="straightConnector1">
            <a:avLst/>
          </a:prstGeom>
          <a:noFill/>
          <a:ln cap="flat" cmpd="sng" w="12700">
            <a:solidFill>
              <a:schemeClr val="accent1"/>
            </a:solidFill>
            <a:prstDash val="dot"/>
            <a:miter lim="800000"/>
            <a:headEnd len="sm" w="sm" type="none"/>
            <a:tailEnd len="sm" w="sm" type="none"/>
          </a:ln>
        </p:spPr>
      </p:cxnSp>
      <p:cxnSp>
        <p:nvCxnSpPr>
          <p:cNvPr id="131" name="Google Shape;131;p16"/>
          <p:cNvCxnSpPr/>
          <p:nvPr/>
        </p:nvCxnSpPr>
        <p:spPr>
          <a:xfrm>
            <a:off x="303317" y="794776"/>
            <a:ext cx="11585366" cy="0"/>
          </a:xfrm>
          <a:prstGeom prst="straightConnector1">
            <a:avLst/>
          </a:prstGeom>
          <a:noFill/>
          <a:ln cap="flat" cmpd="sng" w="12700">
            <a:solidFill>
              <a:schemeClr val="accent1"/>
            </a:solidFill>
            <a:prstDash val="solid"/>
            <a:miter lim="800000"/>
            <a:headEnd len="sm" w="sm" type="none"/>
            <a:tailEnd len="sm" w="sm" type="none"/>
          </a:ln>
        </p:spPr>
      </p:cxnSp>
      <p:sp>
        <p:nvSpPr>
          <p:cNvPr id="132" name="Google Shape;132;p16"/>
          <p:cNvSpPr txBox="1"/>
          <p:nvPr>
            <p:ph type="title"/>
          </p:nvPr>
        </p:nvSpPr>
        <p:spPr>
          <a:xfrm>
            <a:off x="303317" y="244386"/>
            <a:ext cx="11585366" cy="52454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3" name="Google Shape;133;p16"/>
          <p:cNvSpPr txBox="1"/>
          <p:nvPr>
            <p:ph idx="9" type="body"/>
          </p:nvPr>
        </p:nvSpPr>
        <p:spPr>
          <a:xfrm>
            <a:off x="303316" y="992842"/>
            <a:ext cx="11585365" cy="416255"/>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1000"/>
              </a:spcBef>
              <a:spcAft>
                <a:spcPts val="0"/>
              </a:spcAft>
              <a:buClr>
                <a:schemeClr val="accent2"/>
              </a:buClr>
              <a:buSzPts val="2400"/>
              <a:buNone/>
              <a:defRPr>
                <a:solidFill>
                  <a:schemeClr val="accent2"/>
                </a:solidFill>
              </a:defRPr>
            </a:lvl1pPr>
            <a:lvl2pPr indent="-355600" lvl="1" marL="914400" algn="l">
              <a:lnSpc>
                <a:spcPct val="100000"/>
              </a:lnSpc>
              <a:spcBef>
                <a:spcPts val="500"/>
              </a:spcBef>
              <a:spcAft>
                <a:spcPts val="0"/>
              </a:spcAft>
              <a:buClr>
                <a:schemeClr val="dk1"/>
              </a:buClr>
              <a:buSzPts val="2000"/>
              <a:buChar char="•"/>
              <a:defRPr sz="2000"/>
            </a:lvl2pPr>
            <a:lvl3pPr indent="-342900" lvl="2" marL="1371600" algn="l">
              <a:lnSpc>
                <a:spcPct val="100000"/>
              </a:lnSpc>
              <a:spcBef>
                <a:spcPts val="500"/>
              </a:spcBef>
              <a:spcAft>
                <a:spcPts val="0"/>
              </a:spcAft>
              <a:buClr>
                <a:schemeClr val="dk2"/>
              </a:buClr>
              <a:buSzPts val="1800"/>
              <a:buFont typeface="NTR"/>
              <a:buChar char="–"/>
              <a:defRPr sz="1800"/>
            </a:lvl3pPr>
            <a:lvl4pPr indent="-342900" lvl="3" marL="1828800" algn="l">
              <a:lnSpc>
                <a:spcPct val="100000"/>
              </a:lnSpc>
              <a:spcBef>
                <a:spcPts val="500"/>
              </a:spcBef>
              <a:spcAft>
                <a:spcPts val="0"/>
              </a:spcAft>
              <a:buClr>
                <a:schemeClr val="dk2"/>
              </a:buClr>
              <a:buSzPts val="1800"/>
              <a:buChar char="•"/>
              <a:defRPr sz="1800"/>
            </a:lvl4pPr>
            <a:lvl5pPr indent="-342900" lvl="4" marL="2286000" algn="l">
              <a:lnSpc>
                <a:spcPct val="100000"/>
              </a:lnSpc>
              <a:spcBef>
                <a:spcPts val="500"/>
              </a:spcBef>
              <a:spcAft>
                <a:spcPts val="0"/>
              </a:spcAft>
              <a:buClr>
                <a:schemeClr val="dk2"/>
              </a:buClr>
              <a:buSzPts val="1800"/>
              <a:buChar char="•"/>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spTree>
      <p:nvGrpSpPr>
        <p:cNvPr id="134" name="Shape 134"/>
        <p:cNvGrpSpPr/>
        <p:nvPr/>
      </p:nvGrpSpPr>
      <p:grpSpPr>
        <a:xfrm>
          <a:off x="0" y="0"/>
          <a:ext cx="0" cy="0"/>
          <a:chOff x="0" y="0"/>
          <a:chExt cx="0" cy="0"/>
        </a:xfrm>
      </p:grpSpPr>
      <p:sp>
        <p:nvSpPr>
          <p:cNvPr id="135" name="Google Shape;135;p17"/>
          <p:cNvSpPr/>
          <p:nvPr/>
        </p:nvSpPr>
        <p:spPr>
          <a:xfrm>
            <a:off x="0" y="0"/>
            <a:ext cx="12192000" cy="6858000"/>
          </a:xfrm>
          <a:prstGeom prst="rect">
            <a:avLst/>
          </a:prstGeom>
          <a:gradFill>
            <a:gsLst>
              <a:gs pos="0">
                <a:srgbClr val="001945"/>
              </a:gs>
              <a:gs pos="50000">
                <a:srgbClr val="002366"/>
              </a:gs>
              <a:gs pos="100000">
                <a:srgbClr val="002B7A"/>
              </a:gs>
            </a:gsLst>
            <a:lin ang="10800000" scaled="0"/>
          </a:gradFill>
          <a:ln cap="flat" cmpd="sng" w="19050">
            <a:solidFill>
              <a:srgbClr val="203F5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A logo of a book and a globe&#10;&#10;AI-generated content may be incorrect." id="136" name="Google Shape;136;p17"/>
          <p:cNvPicPr preferRelativeResize="0"/>
          <p:nvPr/>
        </p:nvPicPr>
        <p:blipFill rotWithShape="1">
          <a:blip r:embed="rId2">
            <a:alphaModFix amt="20000"/>
          </a:blip>
          <a:srcRect b="7187" l="2481" r="24988" t="-885"/>
          <a:stretch/>
        </p:blipFill>
        <p:spPr>
          <a:xfrm>
            <a:off x="9684181" y="3429001"/>
            <a:ext cx="2504121" cy="3450576"/>
          </a:xfrm>
          <a:prstGeom prst="rect">
            <a:avLst/>
          </a:prstGeom>
          <a:noFill/>
          <a:ln>
            <a:noFill/>
          </a:ln>
        </p:spPr>
      </p:pic>
      <p:sp>
        <p:nvSpPr>
          <p:cNvPr id="137" name="Google Shape;137;p17"/>
          <p:cNvSpPr txBox="1"/>
          <p:nvPr>
            <p:ph type="ctrTitle"/>
          </p:nvPr>
        </p:nvSpPr>
        <p:spPr>
          <a:xfrm>
            <a:off x="1475873" y="1979845"/>
            <a:ext cx="9240253" cy="1778695"/>
          </a:xfrm>
          <a:prstGeom prst="rect">
            <a:avLst/>
          </a:prstGeom>
          <a:noFill/>
          <a:ln>
            <a:noFill/>
          </a:ln>
        </p:spPr>
        <p:txBody>
          <a:bodyPr anchorCtr="0" anchor="ctr" bIns="0" lIns="0" spcFirstLastPara="1" rIns="0" wrap="square" tIns="0">
            <a:noAutofit/>
          </a:bodyPr>
          <a:lstStyle>
            <a:lvl1pPr lvl="0" algn="ctr">
              <a:lnSpc>
                <a:spcPct val="90000"/>
              </a:lnSpc>
              <a:spcBef>
                <a:spcPts val="0"/>
              </a:spcBef>
              <a:spcAft>
                <a:spcPts val="0"/>
              </a:spcAft>
              <a:buClr>
                <a:schemeClr val="lt1"/>
              </a:buClr>
              <a:buSzPts val="3600"/>
              <a:buFont typeface="Tahoma"/>
              <a:buNone/>
              <a:defRPr b="0"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8" name="Google Shape;138;p17"/>
          <p:cNvSpPr txBox="1"/>
          <p:nvPr>
            <p:ph idx="1" type="subTitle"/>
          </p:nvPr>
        </p:nvSpPr>
        <p:spPr>
          <a:xfrm>
            <a:off x="1475873" y="4264325"/>
            <a:ext cx="9240253" cy="967275"/>
          </a:xfrm>
          <a:prstGeom prst="rect">
            <a:avLst/>
          </a:prstGeom>
          <a:noFill/>
          <a:ln>
            <a:noFill/>
          </a:ln>
        </p:spPr>
        <p:txBody>
          <a:bodyPr anchorCtr="0" anchor="t" bIns="0" lIns="0" spcFirstLastPara="1" rIns="0" wrap="square" tIns="0">
            <a:normAutofit/>
          </a:bodyPr>
          <a:lstStyle>
            <a:lvl1pPr lvl="0" algn="ctr">
              <a:lnSpc>
                <a:spcPct val="95000"/>
              </a:lnSpc>
              <a:spcBef>
                <a:spcPts val="1000"/>
              </a:spcBef>
              <a:spcAft>
                <a:spcPts val="0"/>
              </a:spcAft>
              <a:buClr>
                <a:schemeClr val="accent1"/>
              </a:buClr>
              <a:buSzPts val="2400"/>
              <a:buNone/>
              <a:defRPr b="1" sz="2400">
                <a:solidFill>
                  <a:schemeClr val="accent1"/>
                </a:solidFill>
              </a:defRPr>
            </a:lvl1pPr>
            <a:lvl2pPr lvl="1" algn="ctr">
              <a:lnSpc>
                <a:spcPct val="100000"/>
              </a:lnSpc>
              <a:spcBef>
                <a:spcPts val="500"/>
              </a:spcBef>
              <a:spcAft>
                <a:spcPts val="0"/>
              </a:spcAft>
              <a:buClr>
                <a:schemeClr val="dk1"/>
              </a:buClr>
              <a:buSzPts val="2000"/>
              <a:buNone/>
              <a:defRPr sz="2000"/>
            </a:lvl2pPr>
            <a:lvl3pPr lvl="2" algn="ctr">
              <a:lnSpc>
                <a:spcPct val="100000"/>
              </a:lnSpc>
              <a:spcBef>
                <a:spcPts val="500"/>
              </a:spcBef>
              <a:spcAft>
                <a:spcPts val="0"/>
              </a:spcAft>
              <a:buClr>
                <a:schemeClr val="dk2"/>
              </a:buClr>
              <a:buSzPts val="1800"/>
              <a:buNone/>
              <a:defRPr sz="1800"/>
            </a:lvl3pPr>
            <a:lvl4pPr lvl="3" algn="ctr">
              <a:lnSpc>
                <a:spcPct val="100000"/>
              </a:lnSpc>
              <a:spcBef>
                <a:spcPts val="500"/>
              </a:spcBef>
              <a:spcAft>
                <a:spcPts val="0"/>
              </a:spcAft>
              <a:buClr>
                <a:schemeClr val="dk2"/>
              </a:buClr>
              <a:buSzPts val="1600"/>
              <a:buNone/>
              <a:defRPr sz="1600"/>
            </a:lvl4pPr>
            <a:lvl5pPr lvl="4" algn="ctr">
              <a:lnSpc>
                <a:spcPct val="100000"/>
              </a:lnSpc>
              <a:spcBef>
                <a:spcPts val="500"/>
              </a:spcBef>
              <a:spcAft>
                <a:spcPts val="0"/>
              </a:spcAft>
              <a:buClr>
                <a:schemeClr val="dk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39" name="Google Shape;139;p17"/>
          <p:cNvSpPr txBox="1"/>
          <p:nvPr/>
        </p:nvSpPr>
        <p:spPr>
          <a:xfrm>
            <a:off x="5313093" y="990422"/>
            <a:ext cx="1565814" cy="14465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8800" u="none" cap="none" strike="noStrike">
                <a:solidFill>
                  <a:schemeClr val="accent1"/>
                </a:solidFill>
                <a:latin typeface="Georgia"/>
                <a:ea typeface="Georgia"/>
                <a:cs typeface="Georgia"/>
                <a:sym typeface="Georgia"/>
              </a:rPr>
              <a:t>“</a:t>
            </a:r>
            <a:endParaRPr/>
          </a:p>
        </p:txBody>
      </p:sp>
      <p:pic>
        <p:nvPicPr>
          <p:cNvPr id="140" name="Google Shape;140;p17" title="LDW 2026 Zoom BG.jpg"/>
          <p:cNvPicPr preferRelativeResize="0"/>
          <p:nvPr/>
        </p:nvPicPr>
        <p:blipFill>
          <a:blip r:embed="rId3">
            <a:alphaModFix/>
          </a:blip>
          <a:stretch>
            <a:fillRect/>
          </a:stretch>
        </p:blipFill>
        <p:spPr>
          <a:xfrm>
            <a:off x="0" y="0"/>
            <a:ext cx="12192000" cy="6858000"/>
          </a:xfrm>
          <a:prstGeom prst="rect">
            <a:avLst/>
          </a:prstGeom>
          <a:gradFill>
            <a:gsLst>
              <a:gs pos="0">
                <a:srgbClr val="001945"/>
              </a:gs>
              <a:gs pos="50000">
                <a:srgbClr val="002366"/>
              </a:gs>
              <a:gs pos="100000">
                <a:srgbClr val="002B7A"/>
              </a:gs>
            </a:gsLst>
            <a:lin ang="10800025" scaled="0"/>
          </a:gradFill>
          <a:ln cap="flat" cmpd="sng" w="19050">
            <a:solidFill>
              <a:srgbClr val="203F5E"/>
            </a:solidFill>
            <a:prstDash val="solid"/>
            <a:miter lim="8000"/>
            <a:headEnd len="sm" w="sm" type="none"/>
            <a:tailEnd len="sm" w="sm" type="none"/>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p:cSld name="Closing Slide">
    <p:bg>
      <p:bgPr>
        <a:blipFill>
          <a:blip r:embed="rId2">
            <a:alphaModFix/>
          </a:blip>
          <a:stretch>
            <a:fillRect/>
          </a:stretch>
        </a:blipFill>
      </p:bgPr>
    </p:bg>
    <p:spTree>
      <p:nvGrpSpPr>
        <p:cNvPr id="141" name="Shape 141"/>
        <p:cNvGrpSpPr/>
        <p:nvPr/>
      </p:nvGrpSpPr>
      <p:grpSpPr>
        <a:xfrm>
          <a:off x="0" y="0"/>
          <a:ext cx="0" cy="0"/>
          <a:chOff x="0" y="0"/>
          <a:chExt cx="0" cy="0"/>
        </a:xfrm>
      </p:grpSpPr>
      <p:sp>
        <p:nvSpPr>
          <p:cNvPr id="142" name="Google Shape;142;p18"/>
          <p:cNvSpPr txBox="1"/>
          <p:nvPr>
            <p:ph type="ctrTitle"/>
          </p:nvPr>
        </p:nvSpPr>
        <p:spPr>
          <a:xfrm>
            <a:off x="1005879" y="2436371"/>
            <a:ext cx="10379100" cy="1778700"/>
          </a:xfrm>
          <a:prstGeom prst="rect">
            <a:avLst/>
          </a:prstGeom>
          <a:noFill/>
          <a:ln>
            <a:noFill/>
          </a:ln>
        </p:spPr>
        <p:txBody>
          <a:bodyPr anchorCtr="0" anchor="b" bIns="0" lIns="0" spcFirstLastPara="1" rIns="0" wrap="square" tIns="0">
            <a:noAutofit/>
          </a:bodyPr>
          <a:lstStyle>
            <a:lvl1pPr lvl="0" algn="ctr">
              <a:lnSpc>
                <a:spcPct val="90000"/>
              </a:lnSpc>
              <a:spcBef>
                <a:spcPts val="0"/>
              </a:spcBef>
              <a:spcAft>
                <a:spcPts val="0"/>
              </a:spcAft>
              <a:buClr>
                <a:schemeClr val="lt1"/>
              </a:buClr>
              <a:buSzPts val="6000"/>
              <a:buFont typeface="Tahoma"/>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3" name="Google Shape;143;p18"/>
          <p:cNvSpPr txBox="1"/>
          <p:nvPr>
            <p:ph idx="1" type="subTitle"/>
          </p:nvPr>
        </p:nvSpPr>
        <p:spPr>
          <a:xfrm>
            <a:off x="1005866" y="4328841"/>
            <a:ext cx="10379100" cy="896700"/>
          </a:xfrm>
          <a:prstGeom prst="rect">
            <a:avLst/>
          </a:prstGeom>
          <a:noFill/>
          <a:ln>
            <a:noFill/>
          </a:ln>
        </p:spPr>
        <p:txBody>
          <a:bodyPr anchorCtr="0" anchor="t" bIns="0" lIns="0" spcFirstLastPara="1" rIns="0" wrap="square" tIns="0">
            <a:normAutofit/>
          </a:bodyPr>
          <a:lstStyle>
            <a:lvl1pPr lvl="0" algn="ctr">
              <a:lnSpc>
                <a:spcPct val="100000"/>
              </a:lnSpc>
              <a:spcBef>
                <a:spcPts val="1000"/>
              </a:spcBef>
              <a:spcAft>
                <a:spcPts val="0"/>
              </a:spcAft>
              <a:buClr>
                <a:schemeClr val="accent1"/>
              </a:buClr>
              <a:buSzPts val="2400"/>
              <a:buNone/>
              <a:defRPr b="1" sz="2400">
                <a:solidFill>
                  <a:schemeClr val="accent1"/>
                </a:solidFill>
              </a:defRPr>
            </a:lvl1pPr>
            <a:lvl2pPr lvl="1" algn="ctr">
              <a:lnSpc>
                <a:spcPct val="100000"/>
              </a:lnSpc>
              <a:spcBef>
                <a:spcPts val="500"/>
              </a:spcBef>
              <a:spcAft>
                <a:spcPts val="0"/>
              </a:spcAft>
              <a:buClr>
                <a:schemeClr val="dk1"/>
              </a:buClr>
              <a:buSzPts val="2000"/>
              <a:buNone/>
              <a:defRPr sz="2000"/>
            </a:lvl2pPr>
            <a:lvl3pPr lvl="2" algn="ctr">
              <a:lnSpc>
                <a:spcPct val="100000"/>
              </a:lnSpc>
              <a:spcBef>
                <a:spcPts val="500"/>
              </a:spcBef>
              <a:spcAft>
                <a:spcPts val="0"/>
              </a:spcAft>
              <a:buClr>
                <a:schemeClr val="dk2"/>
              </a:buClr>
              <a:buSzPts val="1800"/>
              <a:buNone/>
              <a:defRPr sz="1800"/>
            </a:lvl3pPr>
            <a:lvl4pPr lvl="3" algn="ctr">
              <a:lnSpc>
                <a:spcPct val="100000"/>
              </a:lnSpc>
              <a:spcBef>
                <a:spcPts val="500"/>
              </a:spcBef>
              <a:spcAft>
                <a:spcPts val="0"/>
              </a:spcAft>
              <a:buClr>
                <a:schemeClr val="dk2"/>
              </a:buClr>
              <a:buSzPts val="1600"/>
              <a:buNone/>
              <a:defRPr sz="1600"/>
            </a:lvl4pPr>
            <a:lvl5pPr lvl="4" algn="ctr">
              <a:lnSpc>
                <a:spcPct val="100000"/>
              </a:lnSpc>
              <a:spcBef>
                <a:spcPts val="500"/>
              </a:spcBef>
              <a:spcAft>
                <a:spcPts val="0"/>
              </a:spcAft>
              <a:buClr>
                <a:schemeClr val="dk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ogo">
  <p:cSld name="Logo">
    <p:bg>
      <p:bgPr>
        <a:blipFill>
          <a:blip r:embed="rId2">
            <a:alphaModFix/>
          </a:blip>
          <a:stretch>
            <a:fillRect/>
          </a:stretch>
        </a:blipFill>
      </p:bgPr>
    </p:bg>
    <p:spTree>
      <p:nvGrpSpPr>
        <p:cNvPr id="144" name="Shape 144"/>
        <p:cNvGrpSpPr/>
        <p:nvPr/>
      </p:nvGrpSpPr>
      <p:grpSpPr>
        <a:xfrm>
          <a:off x="0" y="0"/>
          <a:ext cx="0" cy="0"/>
          <a:chOff x="0" y="0"/>
          <a:chExt cx="0" cy="0"/>
        </a:xfrm>
      </p:grpSpPr>
      <p:pic>
        <p:nvPicPr>
          <p:cNvPr descr="A black background with white text&#10;&#10;Description automatically generated" id="145" name="Google Shape;145;p19"/>
          <p:cNvPicPr preferRelativeResize="0"/>
          <p:nvPr/>
        </p:nvPicPr>
        <p:blipFill rotWithShape="1">
          <a:blip r:embed="rId3">
            <a:alphaModFix/>
          </a:blip>
          <a:srcRect b="0" l="0" r="0" t="0"/>
          <a:stretch/>
        </p:blipFill>
        <p:spPr>
          <a:xfrm>
            <a:off x="1158058" y="1376787"/>
            <a:ext cx="9875883" cy="4104425"/>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_60/40">
  <p:cSld name="Two Column_60/40">
    <p:spTree>
      <p:nvGrpSpPr>
        <p:cNvPr id="146" name="Shape 146"/>
        <p:cNvGrpSpPr/>
        <p:nvPr/>
      </p:nvGrpSpPr>
      <p:grpSpPr>
        <a:xfrm>
          <a:off x="0" y="0"/>
          <a:ext cx="0" cy="0"/>
          <a:chOff x="0" y="0"/>
          <a:chExt cx="0" cy="0"/>
        </a:xfrm>
      </p:grpSpPr>
      <p:sp>
        <p:nvSpPr>
          <p:cNvPr id="147" name="Google Shape;147;p20"/>
          <p:cNvSpPr txBox="1"/>
          <p:nvPr>
            <p:ph idx="1" type="body"/>
          </p:nvPr>
        </p:nvSpPr>
        <p:spPr>
          <a:xfrm>
            <a:off x="303317" y="2054087"/>
            <a:ext cx="6654074" cy="4080013"/>
          </a:xfrm>
          <a:prstGeom prst="rect">
            <a:avLst/>
          </a:prstGeom>
          <a:noFill/>
          <a:ln>
            <a:noFill/>
          </a:ln>
        </p:spPr>
        <p:txBody>
          <a:bodyPr anchorCtr="0" anchor="t" bIns="45700" lIns="91425" spcFirstLastPara="1" rIns="91425" wrap="square" tIns="45700">
            <a:normAutofit/>
          </a:bodyPr>
          <a:lstStyle>
            <a:lvl1pPr indent="-228600" lvl="0" marL="457200" algn="l">
              <a:lnSpc>
                <a:spcPct val="130000"/>
              </a:lnSpc>
              <a:spcBef>
                <a:spcPts val="1000"/>
              </a:spcBef>
              <a:spcAft>
                <a:spcPts val="0"/>
              </a:spcAft>
              <a:buClr>
                <a:schemeClr val="dk2"/>
              </a:buClr>
              <a:buSzPts val="2000"/>
              <a:buFont typeface="Arial"/>
              <a:buNone/>
              <a:defRPr sz="2000"/>
            </a:lvl1pPr>
            <a:lvl2pPr indent="-228600" lvl="1" marL="914400" algn="l">
              <a:lnSpc>
                <a:spcPct val="100000"/>
              </a:lnSpc>
              <a:spcBef>
                <a:spcPts val="500"/>
              </a:spcBef>
              <a:spcAft>
                <a:spcPts val="0"/>
              </a:spcAft>
              <a:buClr>
                <a:schemeClr val="dk1"/>
              </a:buClr>
              <a:buSzPts val="2000"/>
              <a:buNone/>
              <a:defRPr sz="2000"/>
            </a:lvl2pPr>
            <a:lvl3pPr indent="-228600" lvl="2" marL="1371600" algn="l">
              <a:lnSpc>
                <a:spcPct val="100000"/>
              </a:lnSpc>
              <a:spcBef>
                <a:spcPts val="500"/>
              </a:spcBef>
              <a:spcAft>
                <a:spcPts val="0"/>
              </a:spcAft>
              <a:buClr>
                <a:schemeClr val="dk2"/>
              </a:buClr>
              <a:buSzPts val="1800"/>
              <a:buFont typeface="NTR"/>
              <a:buNone/>
              <a:defRPr sz="1800"/>
            </a:lvl3pPr>
            <a:lvl4pPr indent="-228600" lvl="3" marL="1828800" algn="l">
              <a:lnSpc>
                <a:spcPct val="100000"/>
              </a:lnSpc>
              <a:spcBef>
                <a:spcPts val="500"/>
              </a:spcBef>
              <a:spcAft>
                <a:spcPts val="0"/>
              </a:spcAft>
              <a:buClr>
                <a:schemeClr val="dk2"/>
              </a:buClr>
              <a:buSzPts val="1600"/>
              <a:buNone/>
              <a:defRPr sz="1600"/>
            </a:lvl4pPr>
            <a:lvl5pPr indent="-228600" lvl="4" marL="2286000" algn="l">
              <a:lnSpc>
                <a:spcPct val="100000"/>
              </a:lnSpc>
              <a:spcBef>
                <a:spcPts val="500"/>
              </a:spcBef>
              <a:spcAft>
                <a:spcPts val="0"/>
              </a:spcAft>
              <a:buClr>
                <a:schemeClr val="dk2"/>
              </a:buClr>
              <a:buSzPts val="1600"/>
              <a:buNone/>
              <a:defRPr sz="16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8" name="Google Shape;148;p20"/>
          <p:cNvSpPr txBox="1"/>
          <p:nvPr>
            <p:ph idx="12" type="sldNum"/>
          </p:nvPr>
        </p:nvSpPr>
        <p:spPr>
          <a:xfrm>
            <a:off x="10218545" y="6248487"/>
            <a:ext cx="1232722" cy="365125"/>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149" name="Google Shape;149;p20"/>
          <p:cNvCxnSpPr/>
          <p:nvPr/>
        </p:nvCxnSpPr>
        <p:spPr>
          <a:xfrm>
            <a:off x="303317" y="794776"/>
            <a:ext cx="11585366" cy="0"/>
          </a:xfrm>
          <a:prstGeom prst="straightConnector1">
            <a:avLst/>
          </a:prstGeom>
          <a:noFill/>
          <a:ln cap="flat" cmpd="sng" w="12700">
            <a:solidFill>
              <a:schemeClr val="accent1"/>
            </a:solidFill>
            <a:prstDash val="solid"/>
            <a:miter lim="800000"/>
            <a:headEnd len="sm" w="sm" type="none"/>
            <a:tailEnd len="sm" w="sm" type="none"/>
          </a:ln>
        </p:spPr>
      </p:cxnSp>
      <p:sp>
        <p:nvSpPr>
          <p:cNvPr id="150" name="Google Shape;150;p20"/>
          <p:cNvSpPr txBox="1"/>
          <p:nvPr>
            <p:ph type="title"/>
          </p:nvPr>
        </p:nvSpPr>
        <p:spPr>
          <a:xfrm>
            <a:off x="303317" y="244386"/>
            <a:ext cx="11585366" cy="52454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1" name="Google Shape;151;p20"/>
          <p:cNvSpPr/>
          <p:nvPr>
            <p:ph idx="2" type="pic"/>
          </p:nvPr>
        </p:nvSpPr>
        <p:spPr>
          <a:xfrm>
            <a:off x="7076661" y="992842"/>
            <a:ext cx="4812022" cy="5141258"/>
          </a:xfrm>
          <a:prstGeom prst="rect">
            <a:avLst/>
          </a:prstGeom>
          <a:noFill/>
          <a:ln>
            <a:noFill/>
          </a:ln>
        </p:spPr>
      </p:sp>
      <p:sp>
        <p:nvSpPr>
          <p:cNvPr id="152" name="Google Shape;152;p20"/>
          <p:cNvSpPr txBox="1"/>
          <p:nvPr>
            <p:ph idx="3" type="body"/>
          </p:nvPr>
        </p:nvSpPr>
        <p:spPr>
          <a:xfrm>
            <a:off x="303316" y="992842"/>
            <a:ext cx="6654075" cy="964912"/>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1000"/>
              </a:spcBef>
              <a:spcAft>
                <a:spcPts val="0"/>
              </a:spcAft>
              <a:buClr>
                <a:schemeClr val="accent2"/>
              </a:buClr>
              <a:buSzPts val="2200"/>
              <a:buNone/>
              <a:defRPr sz="2200">
                <a:solidFill>
                  <a:schemeClr val="accent2"/>
                </a:solidFill>
              </a:defRPr>
            </a:lvl1pPr>
            <a:lvl2pPr indent="-355600" lvl="1" marL="914400" algn="l">
              <a:lnSpc>
                <a:spcPct val="100000"/>
              </a:lnSpc>
              <a:spcBef>
                <a:spcPts val="500"/>
              </a:spcBef>
              <a:spcAft>
                <a:spcPts val="0"/>
              </a:spcAft>
              <a:buClr>
                <a:schemeClr val="dk1"/>
              </a:buClr>
              <a:buSzPts val="2000"/>
              <a:buChar char="•"/>
              <a:defRPr sz="2000"/>
            </a:lvl2pPr>
            <a:lvl3pPr indent="-342900" lvl="2" marL="1371600" algn="l">
              <a:lnSpc>
                <a:spcPct val="100000"/>
              </a:lnSpc>
              <a:spcBef>
                <a:spcPts val="500"/>
              </a:spcBef>
              <a:spcAft>
                <a:spcPts val="0"/>
              </a:spcAft>
              <a:buClr>
                <a:schemeClr val="dk2"/>
              </a:buClr>
              <a:buSzPts val="1800"/>
              <a:buFont typeface="NTR"/>
              <a:buChar char="–"/>
              <a:defRPr sz="1800"/>
            </a:lvl3pPr>
            <a:lvl4pPr indent="-342900" lvl="3" marL="1828800" algn="l">
              <a:lnSpc>
                <a:spcPct val="100000"/>
              </a:lnSpc>
              <a:spcBef>
                <a:spcPts val="500"/>
              </a:spcBef>
              <a:spcAft>
                <a:spcPts val="0"/>
              </a:spcAft>
              <a:buClr>
                <a:schemeClr val="dk2"/>
              </a:buClr>
              <a:buSzPts val="1800"/>
              <a:buChar char="•"/>
              <a:defRPr sz="1800"/>
            </a:lvl4pPr>
            <a:lvl5pPr indent="-342900" lvl="4" marL="2286000" algn="l">
              <a:lnSpc>
                <a:spcPct val="100000"/>
              </a:lnSpc>
              <a:spcBef>
                <a:spcPts val="500"/>
              </a:spcBef>
              <a:spcAft>
                <a:spcPts val="0"/>
              </a:spcAft>
              <a:buClr>
                <a:schemeClr val="dk2"/>
              </a:buClr>
              <a:buSzPts val="1800"/>
              <a:buChar char="•"/>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1 column">
  <p:cSld name="TITLE_AND_TWO_COLUMNS_1">
    <p:spTree>
      <p:nvGrpSpPr>
        <p:cNvPr id="153" name="Shape 153"/>
        <p:cNvGrpSpPr/>
        <p:nvPr/>
      </p:nvGrpSpPr>
      <p:grpSpPr>
        <a:xfrm>
          <a:off x="0" y="0"/>
          <a:ext cx="0" cy="0"/>
          <a:chOff x="0" y="0"/>
          <a:chExt cx="0" cy="0"/>
        </a:xfrm>
      </p:grpSpPr>
      <p:sp>
        <p:nvSpPr>
          <p:cNvPr id="154" name="Google Shape;154;p21"/>
          <p:cNvSpPr txBox="1"/>
          <p:nvPr>
            <p:ph type="title"/>
          </p:nvPr>
        </p:nvSpPr>
        <p:spPr>
          <a:xfrm>
            <a:off x="415600" y="411400"/>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3300"/>
              <a:buFont typeface="Roboto Medium"/>
              <a:buNone/>
              <a:defRPr sz="3300">
                <a:latin typeface="Roboto Medium"/>
                <a:ea typeface="Roboto Medium"/>
                <a:cs typeface="Roboto Medium"/>
                <a:sym typeface="Roboto Medium"/>
              </a:defRPr>
            </a:lvl1pPr>
            <a:lvl2pPr lvl="1" algn="l">
              <a:lnSpc>
                <a:spcPct val="100000"/>
              </a:lnSpc>
              <a:spcBef>
                <a:spcPts val="0"/>
              </a:spcBef>
              <a:spcAft>
                <a:spcPts val="0"/>
              </a:spcAft>
              <a:buSzPts val="3300"/>
              <a:buNone/>
              <a:defRPr sz="3300"/>
            </a:lvl2pPr>
            <a:lvl3pPr lvl="2" algn="l">
              <a:lnSpc>
                <a:spcPct val="100000"/>
              </a:lnSpc>
              <a:spcBef>
                <a:spcPts val="0"/>
              </a:spcBef>
              <a:spcAft>
                <a:spcPts val="0"/>
              </a:spcAft>
              <a:buSzPts val="3300"/>
              <a:buNone/>
              <a:defRPr sz="3300"/>
            </a:lvl3pPr>
            <a:lvl4pPr lvl="3" algn="l">
              <a:lnSpc>
                <a:spcPct val="100000"/>
              </a:lnSpc>
              <a:spcBef>
                <a:spcPts val="0"/>
              </a:spcBef>
              <a:spcAft>
                <a:spcPts val="0"/>
              </a:spcAft>
              <a:buSzPts val="3300"/>
              <a:buNone/>
              <a:defRPr sz="3300"/>
            </a:lvl4pPr>
            <a:lvl5pPr lvl="4" algn="l">
              <a:lnSpc>
                <a:spcPct val="100000"/>
              </a:lnSpc>
              <a:spcBef>
                <a:spcPts val="0"/>
              </a:spcBef>
              <a:spcAft>
                <a:spcPts val="0"/>
              </a:spcAft>
              <a:buSzPts val="3300"/>
              <a:buNone/>
              <a:defRPr sz="3300"/>
            </a:lvl5pPr>
            <a:lvl6pPr lvl="5" algn="l">
              <a:lnSpc>
                <a:spcPct val="100000"/>
              </a:lnSpc>
              <a:spcBef>
                <a:spcPts val="0"/>
              </a:spcBef>
              <a:spcAft>
                <a:spcPts val="0"/>
              </a:spcAft>
              <a:buSzPts val="3300"/>
              <a:buNone/>
              <a:defRPr sz="3300"/>
            </a:lvl6pPr>
            <a:lvl7pPr lvl="6" algn="l">
              <a:lnSpc>
                <a:spcPct val="100000"/>
              </a:lnSpc>
              <a:spcBef>
                <a:spcPts val="0"/>
              </a:spcBef>
              <a:spcAft>
                <a:spcPts val="0"/>
              </a:spcAft>
              <a:buSzPts val="3300"/>
              <a:buNone/>
              <a:defRPr sz="3300"/>
            </a:lvl7pPr>
            <a:lvl8pPr lvl="7" algn="l">
              <a:lnSpc>
                <a:spcPct val="100000"/>
              </a:lnSpc>
              <a:spcBef>
                <a:spcPts val="0"/>
              </a:spcBef>
              <a:spcAft>
                <a:spcPts val="0"/>
              </a:spcAft>
              <a:buSzPts val="3300"/>
              <a:buNone/>
              <a:defRPr sz="3300"/>
            </a:lvl8pPr>
            <a:lvl9pPr lvl="8" algn="l">
              <a:lnSpc>
                <a:spcPct val="100000"/>
              </a:lnSpc>
              <a:spcBef>
                <a:spcPts val="0"/>
              </a:spcBef>
              <a:spcAft>
                <a:spcPts val="0"/>
              </a:spcAft>
              <a:buSzPts val="3300"/>
              <a:buNone/>
              <a:defRPr sz="3300"/>
            </a:lvl9pPr>
          </a:lstStyle>
          <a:p/>
        </p:txBody>
      </p:sp>
      <p:cxnSp>
        <p:nvCxnSpPr>
          <p:cNvPr id="155" name="Google Shape;155;p21"/>
          <p:cNvCxnSpPr/>
          <p:nvPr/>
        </p:nvCxnSpPr>
        <p:spPr>
          <a:xfrm>
            <a:off x="584967" y="1264767"/>
            <a:ext cx="10268400" cy="0"/>
          </a:xfrm>
          <a:prstGeom prst="straightConnector1">
            <a:avLst/>
          </a:prstGeom>
          <a:noFill/>
          <a:ln cap="flat" cmpd="sng" w="12700">
            <a:solidFill>
              <a:schemeClr val="accent5"/>
            </a:solidFill>
            <a:prstDash val="solid"/>
            <a:round/>
            <a:headEnd len="sm" w="sm" type="none"/>
            <a:tailEnd len="sm" w="sm" type="none"/>
          </a:ln>
        </p:spPr>
      </p:cxnSp>
      <p:sp>
        <p:nvSpPr>
          <p:cNvPr id="156" name="Google Shape;156;p21"/>
          <p:cNvSpPr txBox="1"/>
          <p:nvPr/>
        </p:nvSpPr>
        <p:spPr>
          <a:xfrm>
            <a:off x="619667" y="1839000"/>
            <a:ext cx="10233600" cy="38685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Roboto"/>
              <a:ea typeface="Roboto"/>
              <a:cs typeface="Roboto"/>
              <a:sym typeface="Roboto"/>
            </a:endParaRPr>
          </a:p>
        </p:txBody>
      </p:sp>
      <p:sp>
        <p:nvSpPr>
          <p:cNvPr id="157" name="Google Shape;157;p21"/>
          <p:cNvSpPr txBox="1"/>
          <p:nvPr>
            <p:ph idx="1" type="body"/>
          </p:nvPr>
        </p:nvSpPr>
        <p:spPr>
          <a:xfrm>
            <a:off x="415600" y="1536633"/>
            <a:ext cx="11360700" cy="4340700"/>
          </a:xfrm>
          <a:prstGeom prst="rect">
            <a:avLst/>
          </a:prstGeom>
          <a:noFill/>
          <a:ln>
            <a:noFill/>
          </a:ln>
        </p:spPr>
        <p:txBody>
          <a:bodyPr anchorCtr="0" anchor="t" bIns="121900" lIns="121900" spcFirstLastPara="1" rIns="121900" wrap="square" tIns="121900">
            <a:noAutofit/>
          </a:bodyPr>
          <a:lstStyle>
            <a:lvl1pPr indent="-381000" lvl="0" marL="457200" algn="l">
              <a:lnSpc>
                <a:spcPct val="115000"/>
              </a:lnSpc>
              <a:spcBef>
                <a:spcPts val="0"/>
              </a:spcBef>
              <a:spcAft>
                <a:spcPts val="0"/>
              </a:spcAft>
              <a:buSzPts val="2400"/>
              <a:buFont typeface="Roboto"/>
              <a:buChar char="●"/>
              <a:defRPr sz="2400">
                <a:latin typeface="Roboto"/>
                <a:ea typeface="Roboto"/>
                <a:cs typeface="Roboto"/>
                <a:sym typeface="Roboto"/>
              </a:defRPr>
            </a:lvl1pPr>
            <a:lvl2pPr indent="-349250" lvl="1" marL="914400" algn="l">
              <a:lnSpc>
                <a:spcPct val="115000"/>
              </a:lnSpc>
              <a:spcBef>
                <a:spcPts val="2100"/>
              </a:spcBef>
              <a:spcAft>
                <a:spcPts val="0"/>
              </a:spcAft>
              <a:buSzPts val="1900"/>
              <a:buFont typeface="Roboto"/>
              <a:buChar char="○"/>
              <a:defRPr>
                <a:latin typeface="Roboto"/>
                <a:ea typeface="Roboto"/>
                <a:cs typeface="Roboto"/>
                <a:sym typeface="Roboto"/>
              </a:defRPr>
            </a:lvl2pPr>
            <a:lvl3pPr indent="-349250" lvl="2" marL="1371600" algn="l">
              <a:lnSpc>
                <a:spcPct val="115000"/>
              </a:lnSpc>
              <a:spcBef>
                <a:spcPts val="2100"/>
              </a:spcBef>
              <a:spcAft>
                <a:spcPts val="0"/>
              </a:spcAft>
              <a:buSzPts val="1900"/>
              <a:buFont typeface="Roboto"/>
              <a:buChar char="■"/>
              <a:defRPr>
                <a:latin typeface="Roboto"/>
                <a:ea typeface="Roboto"/>
                <a:cs typeface="Roboto"/>
                <a:sym typeface="Roboto"/>
              </a:defRPr>
            </a:lvl3pPr>
            <a:lvl4pPr indent="-349250" lvl="3" marL="1828800" algn="l">
              <a:lnSpc>
                <a:spcPct val="115000"/>
              </a:lnSpc>
              <a:spcBef>
                <a:spcPts val="2100"/>
              </a:spcBef>
              <a:spcAft>
                <a:spcPts val="0"/>
              </a:spcAft>
              <a:buSzPts val="1900"/>
              <a:buFont typeface="Roboto"/>
              <a:buChar char="●"/>
              <a:defRPr>
                <a:latin typeface="Roboto"/>
                <a:ea typeface="Roboto"/>
                <a:cs typeface="Roboto"/>
                <a:sym typeface="Roboto"/>
              </a:defRPr>
            </a:lvl4pPr>
            <a:lvl5pPr indent="-349250" lvl="4" marL="2286000" algn="l">
              <a:lnSpc>
                <a:spcPct val="115000"/>
              </a:lnSpc>
              <a:spcBef>
                <a:spcPts val="2100"/>
              </a:spcBef>
              <a:spcAft>
                <a:spcPts val="0"/>
              </a:spcAft>
              <a:buSzPts val="1900"/>
              <a:buFont typeface="Roboto"/>
              <a:buChar char="○"/>
              <a:defRPr>
                <a:latin typeface="Roboto"/>
                <a:ea typeface="Roboto"/>
                <a:cs typeface="Roboto"/>
                <a:sym typeface="Roboto"/>
              </a:defRPr>
            </a:lvl5pPr>
            <a:lvl6pPr indent="-349250" lvl="5" marL="2743200" algn="l">
              <a:lnSpc>
                <a:spcPct val="115000"/>
              </a:lnSpc>
              <a:spcBef>
                <a:spcPts val="2100"/>
              </a:spcBef>
              <a:spcAft>
                <a:spcPts val="0"/>
              </a:spcAft>
              <a:buSzPts val="1900"/>
              <a:buFont typeface="Roboto"/>
              <a:buChar char="■"/>
              <a:defRPr>
                <a:latin typeface="Roboto"/>
                <a:ea typeface="Roboto"/>
                <a:cs typeface="Roboto"/>
                <a:sym typeface="Roboto"/>
              </a:defRPr>
            </a:lvl6pPr>
            <a:lvl7pPr indent="-349250" lvl="6" marL="3200400" algn="l">
              <a:lnSpc>
                <a:spcPct val="115000"/>
              </a:lnSpc>
              <a:spcBef>
                <a:spcPts val="2100"/>
              </a:spcBef>
              <a:spcAft>
                <a:spcPts val="0"/>
              </a:spcAft>
              <a:buSzPts val="1900"/>
              <a:buFont typeface="Roboto"/>
              <a:buChar char="●"/>
              <a:defRPr>
                <a:latin typeface="Roboto"/>
                <a:ea typeface="Roboto"/>
                <a:cs typeface="Roboto"/>
                <a:sym typeface="Roboto"/>
              </a:defRPr>
            </a:lvl7pPr>
            <a:lvl8pPr indent="-349250" lvl="7" marL="3657600" algn="l">
              <a:lnSpc>
                <a:spcPct val="115000"/>
              </a:lnSpc>
              <a:spcBef>
                <a:spcPts val="2100"/>
              </a:spcBef>
              <a:spcAft>
                <a:spcPts val="0"/>
              </a:spcAft>
              <a:buSzPts val="1900"/>
              <a:buFont typeface="Roboto"/>
              <a:buChar char="○"/>
              <a:defRPr>
                <a:latin typeface="Roboto"/>
                <a:ea typeface="Roboto"/>
                <a:cs typeface="Roboto"/>
                <a:sym typeface="Roboto"/>
              </a:defRPr>
            </a:lvl8pPr>
            <a:lvl9pPr indent="-349250" lvl="8" marL="4114800" algn="l">
              <a:lnSpc>
                <a:spcPct val="115000"/>
              </a:lnSpc>
              <a:spcBef>
                <a:spcPts val="2100"/>
              </a:spcBef>
              <a:spcAft>
                <a:spcPts val="2100"/>
              </a:spcAft>
              <a:buSzPts val="1900"/>
              <a:buFont typeface="Roboto"/>
              <a:buChar char="■"/>
              <a:defRPr>
                <a:latin typeface="Roboto"/>
                <a:ea typeface="Roboto"/>
                <a:cs typeface="Roboto"/>
                <a:sym typeface="Roboto"/>
              </a:defRPr>
            </a:lvl9pPr>
          </a:lstStyle>
          <a:p/>
        </p:txBody>
      </p:sp>
      <p:sp>
        <p:nvSpPr>
          <p:cNvPr id="158" name="Google Shape;158;p21"/>
          <p:cNvSpPr txBox="1"/>
          <p:nvPr>
            <p:ph idx="2" type="title"/>
          </p:nvPr>
        </p:nvSpPr>
        <p:spPr>
          <a:xfrm>
            <a:off x="10244033" y="6101100"/>
            <a:ext cx="655200" cy="378300"/>
          </a:xfrm>
          <a:prstGeom prst="rect">
            <a:avLst/>
          </a:prstGeom>
          <a:noFill/>
          <a:ln>
            <a:noFill/>
          </a:ln>
        </p:spPr>
        <p:txBody>
          <a:bodyPr anchorCtr="0" anchor="t" bIns="121900" lIns="121900" spcFirstLastPara="1" rIns="121900" wrap="square" tIns="121900">
            <a:noAutofit/>
          </a:bodyPr>
          <a:lstStyle>
            <a:lvl1pPr lvl="0" algn="r">
              <a:lnSpc>
                <a:spcPct val="100000"/>
              </a:lnSpc>
              <a:spcBef>
                <a:spcPts val="0"/>
              </a:spcBef>
              <a:spcAft>
                <a:spcPts val="0"/>
              </a:spcAft>
              <a:buClr>
                <a:schemeClr val="dk1"/>
              </a:buClr>
              <a:buSzPts val="1300"/>
              <a:buFont typeface="Roboto"/>
              <a:buNone/>
              <a:defRPr sz="1300">
                <a:solidFill>
                  <a:schemeClr val="dk1"/>
                </a:solidFill>
                <a:latin typeface="Roboto"/>
                <a:ea typeface="Roboto"/>
                <a:cs typeface="Roboto"/>
                <a:sym typeface="Roboto"/>
              </a:defRPr>
            </a:lvl1pPr>
            <a:lvl2pPr lvl="1" algn="r">
              <a:lnSpc>
                <a:spcPct val="100000"/>
              </a:lnSpc>
              <a:spcBef>
                <a:spcPts val="0"/>
              </a:spcBef>
              <a:spcAft>
                <a:spcPts val="0"/>
              </a:spcAft>
              <a:buClr>
                <a:schemeClr val="dk1"/>
              </a:buClr>
              <a:buSzPts val="1300"/>
              <a:buFont typeface="Roboto"/>
              <a:buNone/>
              <a:defRPr sz="1300">
                <a:solidFill>
                  <a:schemeClr val="dk1"/>
                </a:solidFill>
                <a:latin typeface="Roboto"/>
                <a:ea typeface="Roboto"/>
                <a:cs typeface="Roboto"/>
                <a:sym typeface="Roboto"/>
              </a:defRPr>
            </a:lvl2pPr>
            <a:lvl3pPr lvl="2" algn="r">
              <a:lnSpc>
                <a:spcPct val="100000"/>
              </a:lnSpc>
              <a:spcBef>
                <a:spcPts val="0"/>
              </a:spcBef>
              <a:spcAft>
                <a:spcPts val="0"/>
              </a:spcAft>
              <a:buClr>
                <a:schemeClr val="dk1"/>
              </a:buClr>
              <a:buSzPts val="1300"/>
              <a:buFont typeface="Roboto"/>
              <a:buNone/>
              <a:defRPr sz="1300">
                <a:solidFill>
                  <a:schemeClr val="dk1"/>
                </a:solidFill>
                <a:latin typeface="Roboto"/>
                <a:ea typeface="Roboto"/>
                <a:cs typeface="Roboto"/>
                <a:sym typeface="Roboto"/>
              </a:defRPr>
            </a:lvl3pPr>
            <a:lvl4pPr lvl="3" algn="r">
              <a:lnSpc>
                <a:spcPct val="100000"/>
              </a:lnSpc>
              <a:spcBef>
                <a:spcPts val="0"/>
              </a:spcBef>
              <a:spcAft>
                <a:spcPts val="0"/>
              </a:spcAft>
              <a:buClr>
                <a:schemeClr val="dk1"/>
              </a:buClr>
              <a:buSzPts val="1300"/>
              <a:buFont typeface="Roboto"/>
              <a:buNone/>
              <a:defRPr sz="1300">
                <a:solidFill>
                  <a:schemeClr val="dk1"/>
                </a:solidFill>
                <a:latin typeface="Roboto"/>
                <a:ea typeface="Roboto"/>
                <a:cs typeface="Roboto"/>
                <a:sym typeface="Roboto"/>
              </a:defRPr>
            </a:lvl4pPr>
            <a:lvl5pPr lvl="4" algn="r">
              <a:lnSpc>
                <a:spcPct val="100000"/>
              </a:lnSpc>
              <a:spcBef>
                <a:spcPts val="0"/>
              </a:spcBef>
              <a:spcAft>
                <a:spcPts val="0"/>
              </a:spcAft>
              <a:buClr>
                <a:schemeClr val="dk1"/>
              </a:buClr>
              <a:buSzPts val="1300"/>
              <a:buFont typeface="Roboto"/>
              <a:buNone/>
              <a:defRPr sz="1300">
                <a:solidFill>
                  <a:schemeClr val="dk1"/>
                </a:solidFill>
                <a:latin typeface="Roboto"/>
                <a:ea typeface="Roboto"/>
                <a:cs typeface="Roboto"/>
                <a:sym typeface="Roboto"/>
              </a:defRPr>
            </a:lvl5pPr>
            <a:lvl6pPr lvl="5" algn="r">
              <a:lnSpc>
                <a:spcPct val="100000"/>
              </a:lnSpc>
              <a:spcBef>
                <a:spcPts val="0"/>
              </a:spcBef>
              <a:spcAft>
                <a:spcPts val="0"/>
              </a:spcAft>
              <a:buClr>
                <a:schemeClr val="dk1"/>
              </a:buClr>
              <a:buSzPts val="1300"/>
              <a:buFont typeface="Roboto"/>
              <a:buNone/>
              <a:defRPr sz="1300">
                <a:solidFill>
                  <a:schemeClr val="dk1"/>
                </a:solidFill>
                <a:latin typeface="Roboto"/>
                <a:ea typeface="Roboto"/>
                <a:cs typeface="Roboto"/>
                <a:sym typeface="Roboto"/>
              </a:defRPr>
            </a:lvl6pPr>
            <a:lvl7pPr lvl="6" algn="r">
              <a:lnSpc>
                <a:spcPct val="100000"/>
              </a:lnSpc>
              <a:spcBef>
                <a:spcPts val="0"/>
              </a:spcBef>
              <a:spcAft>
                <a:spcPts val="0"/>
              </a:spcAft>
              <a:buClr>
                <a:schemeClr val="dk1"/>
              </a:buClr>
              <a:buSzPts val="1300"/>
              <a:buFont typeface="Roboto"/>
              <a:buNone/>
              <a:defRPr sz="1300">
                <a:solidFill>
                  <a:schemeClr val="dk1"/>
                </a:solidFill>
                <a:latin typeface="Roboto"/>
                <a:ea typeface="Roboto"/>
                <a:cs typeface="Roboto"/>
                <a:sym typeface="Roboto"/>
              </a:defRPr>
            </a:lvl7pPr>
            <a:lvl8pPr lvl="7" algn="r">
              <a:lnSpc>
                <a:spcPct val="100000"/>
              </a:lnSpc>
              <a:spcBef>
                <a:spcPts val="0"/>
              </a:spcBef>
              <a:spcAft>
                <a:spcPts val="0"/>
              </a:spcAft>
              <a:buClr>
                <a:schemeClr val="dk1"/>
              </a:buClr>
              <a:buSzPts val="1300"/>
              <a:buFont typeface="Roboto"/>
              <a:buNone/>
              <a:defRPr sz="1300">
                <a:solidFill>
                  <a:schemeClr val="dk1"/>
                </a:solidFill>
                <a:latin typeface="Roboto"/>
                <a:ea typeface="Roboto"/>
                <a:cs typeface="Roboto"/>
                <a:sym typeface="Roboto"/>
              </a:defRPr>
            </a:lvl8pPr>
            <a:lvl9pPr lvl="8" algn="r">
              <a:lnSpc>
                <a:spcPct val="100000"/>
              </a:lnSpc>
              <a:spcBef>
                <a:spcPts val="0"/>
              </a:spcBef>
              <a:spcAft>
                <a:spcPts val="0"/>
              </a:spcAft>
              <a:buClr>
                <a:schemeClr val="dk1"/>
              </a:buClr>
              <a:buSzPts val="1300"/>
              <a:buFont typeface="Roboto"/>
              <a:buNone/>
              <a:defRPr sz="1300">
                <a:solidFill>
                  <a:schemeClr val="dk1"/>
                </a:solidFill>
                <a:latin typeface="Roboto"/>
                <a:ea typeface="Roboto"/>
                <a:cs typeface="Roboto"/>
                <a:sym typeface="Roboto"/>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
    <p:spTree>
      <p:nvGrpSpPr>
        <p:cNvPr id="159" name="Shape 159"/>
        <p:cNvGrpSpPr/>
        <p:nvPr/>
      </p:nvGrpSpPr>
      <p:grpSpPr>
        <a:xfrm>
          <a:off x="0" y="0"/>
          <a:ext cx="0" cy="0"/>
          <a:chOff x="0" y="0"/>
          <a:chExt cx="0" cy="0"/>
        </a:xfrm>
      </p:grpSpPr>
      <p:sp>
        <p:nvSpPr>
          <p:cNvPr id="160" name="Google Shape;160;p22"/>
          <p:cNvSpPr txBox="1"/>
          <p:nvPr>
            <p:ph type="title"/>
          </p:nvPr>
        </p:nvSpPr>
        <p:spPr>
          <a:xfrm>
            <a:off x="303317" y="244386"/>
            <a:ext cx="11585400" cy="524400"/>
          </a:xfrm>
          <a:prstGeom prst="rect">
            <a:avLst/>
          </a:prstGeom>
        </p:spPr>
        <p:txBody>
          <a:bodyPr anchorCtr="0" anchor="t" bIns="45700" lIns="91425" spcFirstLastPara="1" rIns="91425" wrap="square" tIns="45700">
            <a:norm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1" name="Google Shape;161;p22"/>
          <p:cNvSpPr txBox="1"/>
          <p:nvPr>
            <p:ph idx="12" type="sldNum"/>
          </p:nvPr>
        </p:nvSpPr>
        <p:spPr>
          <a:xfrm>
            <a:off x="10218545" y="6248487"/>
            <a:ext cx="1232700" cy="365100"/>
          </a:xfrm>
          <a:prstGeom prst="rect">
            <a:avLst/>
          </a:prstGeom>
        </p:spPr>
        <p:txBody>
          <a:bodyPr anchorCtr="0" anchor="ctr" bIns="0" lIns="0" spcFirstLastPara="1" rIns="0" wrap="square" tIns="0">
            <a:noAutofit/>
          </a:bodyPr>
          <a:lstStyle>
            <a:lvl1pPr lvl="0">
              <a:buClr>
                <a:srgbClr val="000000"/>
              </a:buClr>
              <a:buFont typeface="Arial"/>
              <a:buNone/>
              <a:defRPr/>
            </a:lvl1pPr>
            <a:lvl2pPr lvl="1">
              <a:buClr>
                <a:srgbClr val="000000"/>
              </a:buClr>
              <a:buFont typeface="Arial"/>
              <a:buNone/>
              <a:defRPr/>
            </a:lvl2pPr>
            <a:lvl3pPr lvl="2">
              <a:buClr>
                <a:srgbClr val="000000"/>
              </a:buClr>
              <a:buFont typeface="Arial"/>
              <a:buNone/>
              <a:defRPr/>
            </a:lvl3pPr>
            <a:lvl4pPr lvl="3">
              <a:buClr>
                <a:srgbClr val="000000"/>
              </a:buClr>
              <a:buFont typeface="Arial"/>
              <a:buNone/>
              <a:defRPr/>
            </a:lvl4pPr>
            <a:lvl5pPr lvl="4">
              <a:buClr>
                <a:srgbClr val="000000"/>
              </a:buClr>
              <a:buFont typeface="Arial"/>
              <a:buNone/>
              <a:defRPr/>
            </a:lvl5pPr>
            <a:lvl6pPr lvl="5">
              <a:buClr>
                <a:srgbClr val="000000"/>
              </a:buClr>
              <a:buFont typeface="Arial"/>
              <a:buNone/>
              <a:defRPr/>
            </a:lvl6pPr>
            <a:lvl7pPr lvl="6">
              <a:buClr>
                <a:srgbClr val="000000"/>
              </a:buClr>
              <a:buFont typeface="Arial"/>
              <a:buNone/>
              <a:defRPr/>
            </a:lvl7pPr>
            <a:lvl8pPr lvl="7">
              <a:buClr>
                <a:srgbClr val="000000"/>
              </a:buClr>
              <a:buFont typeface="Arial"/>
              <a:buNone/>
              <a:defRPr/>
            </a:lvl8pPr>
            <a:lvl9pPr lvl="8">
              <a:buClr>
                <a:srgbClr val="000000"/>
              </a:buClr>
              <a:buFont typeface="Aria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11" Type="http://schemas.openxmlformats.org/officeDocument/2006/relationships/slideLayout" Target="../slideLayouts/slideLayout10.xml"/><Relationship Id="rId22" Type="http://schemas.openxmlformats.org/officeDocument/2006/relationships/slideLayout" Target="../slideLayouts/slideLayout21.xml"/><Relationship Id="rId10" Type="http://schemas.openxmlformats.org/officeDocument/2006/relationships/slideLayout" Target="../slideLayouts/slideLayout9.xml"/><Relationship Id="rId21" Type="http://schemas.openxmlformats.org/officeDocument/2006/relationships/slideLayout" Target="../slideLayouts/slideLayout20.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23" Type="http://schemas.openxmlformats.org/officeDocument/2006/relationships/theme" Target="../theme/theme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slideLayout" Target="../slideLayouts/slideLayout18.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idx="1" type="body"/>
          </p:nvPr>
        </p:nvSpPr>
        <p:spPr>
          <a:xfrm>
            <a:off x="303317" y="966354"/>
            <a:ext cx="11585366" cy="5156150"/>
          </a:xfrm>
          <a:prstGeom prst="rect">
            <a:avLst/>
          </a:prstGeom>
          <a:noFill/>
          <a:ln>
            <a:noFill/>
          </a:ln>
        </p:spPr>
        <p:txBody>
          <a:bodyPr anchorCtr="0" anchor="t" bIns="45700" lIns="91425" spcFirstLastPara="1" rIns="91425" wrap="square" tIns="45700">
            <a:normAutofit/>
          </a:bodyPr>
          <a:lstStyle>
            <a:lvl1pPr indent="-381000" lvl="0" marL="457200" marR="0" rtl="0" algn="l">
              <a:lnSpc>
                <a:spcPct val="100000"/>
              </a:lnSpc>
              <a:spcBef>
                <a:spcPts val="1000"/>
              </a:spcBef>
              <a:spcAft>
                <a:spcPts val="0"/>
              </a:spcAft>
              <a:buClr>
                <a:schemeClr val="dk2"/>
              </a:buClr>
              <a:buSzPts val="2400"/>
              <a:buFont typeface="Arial"/>
              <a:buChar char="•"/>
              <a:defRPr b="0" i="0" sz="2400" u="none" cap="none" strike="noStrike">
                <a:solidFill>
                  <a:schemeClr val="dk2"/>
                </a:solidFill>
                <a:latin typeface="Tahoma"/>
                <a:ea typeface="Tahoma"/>
                <a:cs typeface="Tahoma"/>
                <a:sym typeface="Tahoma"/>
              </a:defRPr>
            </a:lvl1pPr>
            <a:lvl2pPr indent="-355600" lvl="1" marL="914400" marR="0" rtl="0" algn="l">
              <a:lnSpc>
                <a:spcPct val="100000"/>
              </a:lnSpc>
              <a:spcBef>
                <a:spcPts val="500"/>
              </a:spcBef>
              <a:spcAft>
                <a:spcPts val="0"/>
              </a:spcAft>
              <a:buClr>
                <a:schemeClr val="dk1"/>
              </a:buClr>
              <a:buSzPts val="2000"/>
              <a:buFont typeface="Arial"/>
              <a:buChar char="•"/>
              <a:defRPr b="0" i="0" sz="2000" u="none" cap="none" strike="noStrike">
                <a:solidFill>
                  <a:schemeClr val="dk1"/>
                </a:solidFill>
                <a:latin typeface="Tahoma"/>
                <a:ea typeface="Tahoma"/>
                <a:cs typeface="Tahoma"/>
                <a:sym typeface="Tahoma"/>
              </a:defRPr>
            </a:lvl2pPr>
            <a:lvl3pPr indent="-342900" lvl="2" marL="1371600" marR="0" rtl="0" algn="l">
              <a:lnSpc>
                <a:spcPct val="100000"/>
              </a:lnSpc>
              <a:spcBef>
                <a:spcPts val="500"/>
              </a:spcBef>
              <a:spcAft>
                <a:spcPts val="0"/>
              </a:spcAft>
              <a:buClr>
                <a:schemeClr val="dk2"/>
              </a:buClr>
              <a:buSzPts val="1800"/>
              <a:buFont typeface="Arial"/>
              <a:buChar char="•"/>
              <a:defRPr b="0" i="0" sz="1800" u="none" cap="none" strike="noStrike">
                <a:solidFill>
                  <a:schemeClr val="dk2"/>
                </a:solidFill>
                <a:latin typeface="Tahoma"/>
                <a:ea typeface="Tahoma"/>
                <a:cs typeface="Tahoma"/>
                <a:sym typeface="Tahoma"/>
              </a:defRPr>
            </a:lvl3pPr>
            <a:lvl4pPr indent="-342900" lvl="3" marL="1828800" marR="0" rtl="0" algn="l">
              <a:lnSpc>
                <a:spcPct val="100000"/>
              </a:lnSpc>
              <a:spcBef>
                <a:spcPts val="500"/>
              </a:spcBef>
              <a:spcAft>
                <a:spcPts val="0"/>
              </a:spcAft>
              <a:buClr>
                <a:schemeClr val="dk2"/>
              </a:buClr>
              <a:buSzPts val="1800"/>
              <a:buFont typeface="Arial"/>
              <a:buChar char="•"/>
              <a:defRPr b="0" i="0" sz="1800" u="none" cap="none" strike="noStrike">
                <a:solidFill>
                  <a:schemeClr val="dk2"/>
                </a:solidFill>
                <a:latin typeface="Tahoma"/>
                <a:ea typeface="Tahoma"/>
                <a:cs typeface="Tahoma"/>
                <a:sym typeface="Tahoma"/>
              </a:defRPr>
            </a:lvl4pPr>
            <a:lvl5pPr indent="-342900" lvl="4" marL="2286000" marR="0" rtl="0" algn="l">
              <a:lnSpc>
                <a:spcPct val="100000"/>
              </a:lnSpc>
              <a:spcBef>
                <a:spcPts val="500"/>
              </a:spcBef>
              <a:spcAft>
                <a:spcPts val="0"/>
              </a:spcAft>
              <a:buClr>
                <a:schemeClr val="dk2"/>
              </a:buClr>
              <a:buSzPts val="1800"/>
              <a:buFont typeface="Arial"/>
              <a:buChar char="•"/>
              <a:defRPr b="0" i="0" sz="1800" u="none" cap="none" strike="noStrike">
                <a:solidFill>
                  <a:schemeClr val="dk2"/>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1" name="Google Shape;11;p1"/>
          <p:cNvSpPr txBox="1"/>
          <p:nvPr>
            <p:ph idx="12" type="sldNum"/>
          </p:nvPr>
        </p:nvSpPr>
        <p:spPr>
          <a:xfrm>
            <a:off x="10218545" y="6248487"/>
            <a:ext cx="1232722" cy="365125"/>
          </a:xfrm>
          <a:prstGeom prst="rect">
            <a:avLst/>
          </a:prstGeom>
          <a:noFill/>
          <a:ln>
            <a:noFill/>
          </a:ln>
        </p:spPr>
        <p:txBody>
          <a:bodyPr anchorCtr="0" anchor="ctr" bIns="0" lIns="0" spcFirstLastPara="1" rIns="0" wrap="square" tIns="0">
            <a:noAutofit/>
          </a:bodyPr>
          <a:lstStyle>
            <a:lvl1pPr indent="0" lvl="0" marL="0" marR="0" rtl="0" algn="r">
              <a:spcBef>
                <a:spcPts val="0"/>
              </a:spcBef>
              <a:buNone/>
              <a:defRPr b="0" i="0" sz="1100" u="none" cap="none" strike="noStrike">
                <a:solidFill>
                  <a:srgbClr val="757A97"/>
                </a:solidFill>
                <a:latin typeface="Tahoma"/>
                <a:ea typeface="Tahoma"/>
                <a:cs typeface="Tahoma"/>
                <a:sym typeface="Tahoma"/>
              </a:defRPr>
            </a:lvl1pPr>
            <a:lvl2pPr indent="0" lvl="1" marL="0" marR="0" rtl="0" algn="r">
              <a:spcBef>
                <a:spcPts val="0"/>
              </a:spcBef>
              <a:buNone/>
              <a:defRPr b="0" i="0" sz="1100" u="none" cap="none" strike="noStrike">
                <a:solidFill>
                  <a:srgbClr val="757A97"/>
                </a:solidFill>
                <a:latin typeface="Tahoma"/>
                <a:ea typeface="Tahoma"/>
                <a:cs typeface="Tahoma"/>
                <a:sym typeface="Tahoma"/>
              </a:defRPr>
            </a:lvl2pPr>
            <a:lvl3pPr indent="0" lvl="2" marL="0" marR="0" rtl="0" algn="r">
              <a:spcBef>
                <a:spcPts val="0"/>
              </a:spcBef>
              <a:buNone/>
              <a:defRPr b="0" i="0" sz="1100" u="none" cap="none" strike="noStrike">
                <a:solidFill>
                  <a:srgbClr val="757A97"/>
                </a:solidFill>
                <a:latin typeface="Tahoma"/>
                <a:ea typeface="Tahoma"/>
                <a:cs typeface="Tahoma"/>
                <a:sym typeface="Tahoma"/>
              </a:defRPr>
            </a:lvl3pPr>
            <a:lvl4pPr indent="0" lvl="3" marL="0" marR="0" rtl="0" algn="r">
              <a:spcBef>
                <a:spcPts val="0"/>
              </a:spcBef>
              <a:buNone/>
              <a:defRPr b="0" i="0" sz="1100" u="none" cap="none" strike="noStrike">
                <a:solidFill>
                  <a:srgbClr val="757A97"/>
                </a:solidFill>
                <a:latin typeface="Tahoma"/>
                <a:ea typeface="Tahoma"/>
                <a:cs typeface="Tahoma"/>
                <a:sym typeface="Tahoma"/>
              </a:defRPr>
            </a:lvl4pPr>
            <a:lvl5pPr indent="0" lvl="4" marL="0" marR="0" rtl="0" algn="r">
              <a:spcBef>
                <a:spcPts val="0"/>
              </a:spcBef>
              <a:buNone/>
              <a:defRPr b="0" i="0" sz="1100" u="none" cap="none" strike="noStrike">
                <a:solidFill>
                  <a:srgbClr val="757A97"/>
                </a:solidFill>
                <a:latin typeface="Tahoma"/>
                <a:ea typeface="Tahoma"/>
                <a:cs typeface="Tahoma"/>
                <a:sym typeface="Tahoma"/>
              </a:defRPr>
            </a:lvl5pPr>
            <a:lvl6pPr indent="0" lvl="5" marL="0" marR="0" rtl="0" algn="r">
              <a:spcBef>
                <a:spcPts val="0"/>
              </a:spcBef>
              <a:buNone/>
              <a:defRPr b="0" i="0" sz="1100" u="none" cap="none" strike="noStrike">
                <a:solidFill>
                  <a:srgbClr val="757A97"/>
                </a:solidFill>
                <a:latin typeface="Tahoma"/>
                <a:ea typeface="Tahoma"/>
                <a:cs typeface="Tahoma"/>
                <a:sym typeface="Tahoma"/>
              </a:defRPr>
            </a:lvl6pPr>
            <a:lvl7pPr indent="0" lvl="6" marL="0" marR="0" rtl="0" algn="r">
              <a:spcBef>
                <a:spcPts val="0"/>
              </a:spcBef>
              <a:buNone/>
              <a:defRPr b="0" i="0" sz="1100" u="none" cap="none" strike="noStrike">
                <a:solidFill>
                  <a:srgbClr val="757A97"/>
                </a:solidFill>
                <a:latin typeface="Tahoma"/>
                <a:ea typeface="Tahoma"/>
                <a:cs typeface="Tahoma"/>
                <a:sym typeface="Tahoma"/>
              </a:defRPr>
            </a:lvl7pPr>
            <a:lvl8pPr indent="0" lvl="7" marL="0" marR="0" rtl="0" algn="r">
              <a:spcBef>
                <a:spcPts val="0"/>
              </a:spcBef>
              <a:buNone/>
              <a:defRPr b="0" i="0" sz="1100" u="none" cap="none" strike="noStrike">
                <a:solidFill>
                  <a:srgbClr val="757A97"/>
                </a:solidFill>
                <a:latin typeface="Tahoma"/>
                <a:ea typeface="Tahoma"/>
                <a:cs typeface="Tahoma"/>
                <a:sym typeface="Tahoma"/>
              </a:defRPr>
            </a:lvl8pPr>
            <a:lvl9pPr indent="0" lvl="8" marL="0" marR="0" rtl="0" algn="r">
              <a:spcBef>
                <a:spcPts val="0"/>
              </a:spcBef>
              <a:buNone/>
              <a:defRPr b="0" i="0" sz="1100" u="none" cap="none" strike="noStrike">
                <a:solidFill>
                  <a:srgbClr val="757A97"/>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pic>
        <p:nvPicPr>
          <p:cNvPr descr="A blue shield with a book and a globe&#10;&#10;Description automatically generated" id="12" name="Google Shape;12;p1"/>
          <p:cNvPicPr preferRelativeResize="0"/>
          <p:nvPr/>
        </p:nvPicPr>
        <p:blipFill rotWithShape="1">
          <a:blip r:embed="rId1">
            <a:alphaModFix/>
          </a:blip>
          <a:srcRect b="0" l="0" r="0" t="0"/>
          <a:stretch/>
        </p:blipFill>
        <p:spPr>
          <a:xfrm>
            <a:off x="11537907" y="6234732"/>
            <a:ext cx="350776" cy="375831"/>
          </a:xfrm>
          <a:prstGeom prst="rect">
            <a:avLst/>
          </a:prstGeom>
          <a:noFill/>
          <a:ln>
            <a:noFill/>
          </a:ln>
        </p:spPr>
      </p:pic>
      <p:sp>
        <p:nvSpPr>
          <p:cNvPr id="13" name="Google Shape;13;p1"/>
          <p:cNvSpPr txBox="1"/>
          <p:nvPr>
            <p:ph type="title"/>
          </p:nvPr>
        </p:nvSpPr>
        <p:spPr>
          <a:xfrm>
            <a:off x="303317" y="244386"/>
            <a:ext cx="11585366" cy="524541"/>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2"/>
              </a:buClr>
              <a:buSzPts val="3000"/>
              <a:buFont typeface="Tahoma"/>
              <a:buNone/>
              <a:defRPr b="1" i="0" sz="3000" u="none" cap="none" strike="noStrike">
                <a:solidFill>
                  <a:schemeClr val="dk2"/>
                </a:solidFill>
                <a:latin typeface="Tahoma"/>
                <a:ea typeface="Tahoma"/>
                <a:cs typeface="Tahoma"/>
                <a:sym typeface="Tahom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600">
          <p15:clr>
            <a:srgbClr val="F26B43"/>
          </p15:clr>
        </p15:guide>
        <p15:guide id="2" pos="3840">
          <p15:clr>
            <a:srgbClr val="F26B43"/>
          </p15:clr>
        </p15:guide>
        <p15:guide id="3" orient="horz" pos="3864">
          <p15:clr>
            <a:srgbClr val="F26B43"/>
          </p15:clr>
        </p15:guide>
        <p15:guide id="4" orient="horz" pos="1224">
          <p15:clr>
            <a:srgbClr val="F26B43"/>
          </p15:clr>
        </p15:guide>
        <p15:guide id="5" pos="7488">
          <p15:clr>
            <a:srgbClr val="F26B43"/>
          </p15:clr>
        </p15:guide>
        <p15:guide id="6" pos="16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xml"/><Relationship Id="rId3" Type="http://schemas.openxmlformats.org/officeDocument/2006/relationships/hyperlink" Target="https://docs.google.com/spreadsheets/d/1HIIfgDpNMM-j0hoQHN-yP5P1lNOfJuvym0u0sdWwD9g/edit#gid=737896402" TargetMode="Externa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3"/>
          <p:cNvSpPr txBox="1"/>
          <p:nvPr>
            <p:ph type="ctrTitle"/>
          </p:nvPr>
        </p:nvSpPr>
        <p:spPr>
          <a:xfrm>
            <a:off x="1475873" y="2250095"/>
            <a:ext cx="9240300" cy="17787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lt1"/>
              </a:buClr>
              <a:buSzPts val="3600"/>
              <a:buFont typeface="Tahoma"/>
              <a:buNone/>
            </a:pPr>
            <a:r>
              <a:rPr b="1" lang="en-US"/>
              <a:t>Unserious Data: JHU in film</a:t>
            </a:r>
            <a:endParaRPr b="1"/>
          </a:p>
        </p:txBody>
      </p:sp>
      <p:sp>
        <p:nvSpPr>
          <p:cNvPr id="167" name="Google Shape;167;p23"/>
          <p:cNvSpPr txBox="1"/>
          <p:nvPr>
            <p:ph idx="1" type="subTitle"/>
          </p:nvPr>
        </p:nvSpPr>
        <p:spPr>
          <a:xfrm>
            <a:off x="1813698" y="3758550"/>
            <a:ext cx="9240300" cy="967200"/>
          </a:xfrm>
          <a:prstGeom prst="rect">
            <a:avLst/>
          </a:prstGeom>
          <a:noFill/>
          <a:ln>
            <a:noFill/>
          </a:ln>
        </p:spPr>
        <p:txBody>
          <a:bodyPr anchorCtr="0" anchor="t" bIns="0" lIns="0" spcFirstLastPara="1" rIns="0" wrap="square" tIns="0">
            <a:normAutofit/>
          </a:bodyPr>
          <a:lstStyle/>
          <a:p>
            <a:pPr indent="0" lvl="0" marL="0" rtl="0" algn="ctr">
              <a:lnSpc>
                <a:spcPct val="95000"/>
              </a:lnSpc>
              <a:spcBef>
                <a:spcPts val="0"/>
              </a:spcBef>
              <a:spcAft>
                <a:spcPts val="0"/>
              </a:spcAft>
              <a:buClr>
                <a:schemeClr val="accent1"/>
              </a:buClr>
              <a:buSzPts val="2400"/>
              <a:buNone/>
            </a:pPr>
            <a:r>
              <a:rPr lang="en-US">
                <a:solidFill>
                  <a:schemeClr val="accent5"/>
                </a:solidFill>
              </a:rPr>
              <a:t>Asking research questions and finding answers with data</a:t>
            </a:r>
            <a:endParaRPr>
              <a:solidFill>
                <a:schemeClr val="accent5"/>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4"/>
          <p:cNvSpPr txBox="1"/>
          <p:nvPr/>
        </p:nvSpPr>
        <p:spPr>
          <a:xfrm>
            <a:off x="14370567" y="1532267"/>
            <a:ext cx="8568900" cy="5388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Roboto"/>
              <a:ea typeface="Roboto"/>
              <a:cs typeface="Roboto"/>
              <a:sym typeface="Roboto"/>
            </a:endParaRPr>
          </a:p>
        </p:txBody>
      </p:sp>
      <p:sp>
        <p:nvSpPr>
          <p:cNvPr id="173" name="Google Shape;173;p24"/>
          <p:cNvSpPr txBox="1"/>
          <p:nvPr/>
        </p:nvSpPr>
        <p:spPr>
          <a:xfrm>
            <a:off x="506800" y="390967"/>
            <a:ext cx="9254700" cy="7851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3500"/>
              <a:buFont typeface="Arial"/>
              <a:buNone/>
            </a:pPr>
            <a:r>
              <a:rPr lang="en-US" sz="3500">
                <a:solidFill>
                  <a:schemeClr val="accent1"/>
                </a:solidFill>
                <a:latin typeface="Roboto"/>
                <a:ea typeface="Roboto"/>
                <a:cs typeface="Roboto"/>
                <a:sym typeface="Roboto"/>
              </a:rPr>
              <a:t>Today’s Agenda</a:t>
            </a:r>
            <a:endParaRPr b="0" i="0" sz="3500" u="none" cap="none" strike="noStrike">
              <a:solidFill>
                <a:schemeClr val="accent1"/>
              </a:solidFill>
              <a:latin typeface="Roboto"/>
              <a:ea typeface="Roboto"/>
              <a:cs typeface="Roboto"/>
              <a:sym typeface="Roboto"/>
            </a:endParaRPr>
          </a:p>
        </p:txBody>
      </p:sp>
      <p:sp>
        <p:nvSpPr>
          <p:cNvPr id="174" name="Google Shape;174;p24"/>
          <p:cNvSpPr txBox="1"/>
          <p:nvPr/>
        </p:nvSpPr>
        <p:spPr>
          <a:xfrm>
            <a:off x="651600" y="1272850"/>
            <a:ext cx="9744900" cy="5571900"/>
          </a:xfrm>
          <a:prstGeom prst="rect">
            <a:avLst/>
          </a:prstGeom>
          <a:noFill/>
          <a:ln>
            <a:noFill/>
          </a:ln>
        </p:spPr>
        <p:txBody>
          <a:bodyPr anchorCtr="0" anchor="t" bIns="121900" lIns="121900" spcFirstLastPara="1" rIns="121900" wrap="square" tIns="121900">
            <a:spAutoFit/>
          </a:bodyPr>
          <a:lstStyle/>
          <a:p>
            <a:pPr indent="-476250" lvl="0" marL="609600" marR="0" rtl="0" algn="l">
              <a:lnSpc>
                <a:spcPct val="150000"/>
              </a:lnSpc>
              <a:spcBef>
                <a:spcPts val="0"/>
              </a:spcBef>
              <a:spcAft>
                <a:spcPts val="0"/>
              </a:spcAft>
              <a:buClr>
                <a:schemeClr val="dk1"/>
              </a:buClr>
              <a:buSzPts val="2700"/>
              <a:buFont typeface="Roboto"/>
              <a:buChar char="●"/>
            </a:pPr>
            <a:r>
              <a:rPr lang="en-US" sz="2700">
                <a:solidFill>
                  <a:schemeClr val="dk1"/>
                </a:solidFill>
                <a:latin typeface="Roboto"/>
                <a:ea typeface="Roboto"/>
                <a:cs typeface="Roboto"/>
                <a:sym typeface="Roboto"/>
              </a:rPr>
              <a:t>Asking questions of data</a:t>
            </a:r>
            <a:endParaRPr sz="2700">
              <a:solidFill>
                <a:schemeClr val="dk1"/>
              </a:solidFill>
              <a:latin typeface="Roboto"/>
              <a:ea typeface="Roboto"/>
              <a:cs typeface="Roboto"/>
              <a:sym typeface="Roboto"/>
            </a:endParaRPr>
          </a:p>
          <a:p>
            <a:pPr indent="-476250" lvl="0" marL="609600" marR="0" rtl="0" algn="l">
              <a:lnSpc>
                <a:spcPct val="150000"/>
              </a:lnSpc>
              <a:spcBef>
                <a:spcPts val="0"/>
              </a:spcBef>
              <a:spcAft>
                <a:spcPts val="0"/>
              </a:spcAft>
              <a:buClr>
                <a:schemeClr val="dk1"/>
              </a:buClr>
              <a:buSzPts val="2700"/>
              <a:buFont typeface="Roboto"/>
              <a:buChar char="●"/>
            </a:pPr>
            <a:r>
              <a:rPr lang="en-US" sz="2700">
                <a:solidFill>
                  <a:schemeClr val="dk1"/>
                </a:solidFill>
                <a:latin typeface="Roboto"/>
                <a:ea typeface="Roboto"/>
                <a:cs typeface="Roboto"/>
                <a:sym typeface="Roboto"/>
              </a:rPr>
              <a:t>Scoping a question</a:t>
            </a:r>
            <a:endParaRPr sz="2700">
              <a:solidFill>
                <a:schemeClr val="dk1"/>
              </a:solidFill>
              <a:latin typeface="Roboto"/>
              <a:ea typeface="Roboto"/>
              <a:cs typeface="Roboto"/>
              <a:sym typeface="Roboto"/>
            </a:endParaRPr>
          </a:p>
          <a:p>
            <a:pPr indent="-476250" lvl="0" marL="609600" marR="0" rtl="0" algn="l">
              <a:lnSpc>
                <a:spcPct val="150000"/>
              </a:lnSpc>
              <a:spcBef>
                <a:spcPts val="0"/>
              </a:spcBef>
              <a:spcAft>
                <a:spcPts val="0"/>
              </a:spcAft>
              <a:buClr>
                <a:schemeClr val="dk1"/>
              </a:buClr>
              <a:buSzPts val="2700"/>
              <a:buFont typeface="Roboto"/>
              <a:buChar char="●"/>
            </a:pPr>
            <a:r>
              <a:rPr lang="en-US" sz="2700">
                <a:solidFill>
                  <a:schemeClr val="dk1"/>
                </a:solidFill>
                <a:latin typeface="Roboto"/>
                <a:ea typeface="Roboto"/>
                <a:cs typeface="Roboto"/>
                <a:sym typeface="Roboto"/>
              </a:rPr>
              <a:t>JHU in film</a:t>
            </a:r>
            <a:endParaRPr sz="2700">
              <a:solidFill>
                <a:schemeClr val="dk1"/>
              </a:solidFill>
              <a:latin typeface="Roboto"/>
              <a:ea typeface="Roboto"/>
              <a:cs typeface="Roboto"/>
              <a:sym typeface="Roboto"/>
            </a:endParaRPr>
          </a:p>
          <a:p>
            <a:pPr indent="-476250" lvl="1" marL="1219200" marR="0" rtl="0" algn="l">
              <a:lnSpc>
                <a:spcPct val="150000"/>
              </a:lnSpc>
              <a:spcBef>
                <a:spcPts val="0"/>
              </a:spcBef>
              <a:spcAft>
                <a:spcPts val="0"/>
              </a:spcAft>
              <a:buClr>
                <a:schemeClr val="dk1"/>
              </a:buClr>
              <a:buSzPts val="2700"/>
              <a:buFont typeface="Roboto"/>
              <a:buChar char="○"/>
            </a:pPr>
            <a:r>
              <a:rPr lang="en-US" sz="2700">
                <a:solidFill>
                  <a:schemeClr val="dk1"/>
                </a:solidFill>
                <a:latin typeface="Roboto"/>
                <a:ea typeface="Roboto"/>
                <a:cs typeface="Roboto"/>
                <a:sym typeface="Roboto"/>
              </a:rPr>
              <a:t>Did the </a:t>
            </a:r>
            <a:r>
              <a:rPr lang="en-US" sz="2700">
                <a:solidFill>
                  <a:schemeClr val="dk1"/>
                </a:solidFill>
                <a:latin typeface="Roboto"/>
                <a:ea typeface="Roboto"/>
                <a:cs typeface="Roboto"/>
                <a:sym typeface="Roboto"/>
              </a:rPr>
              <a:t>appearance</a:t>
            </a:r>
            <a:r>
              <a:rPr lang="en-US" sz="2700">
                <a:solidFill>
                  <a:schemeClr val="dk1"/>
                </a:solidFill>
                <a:latin typeface="Roboto"/>
                <a:ea typeface="Roboto"/>
                <a:cs typeface="Roboto"/>
                <a:sym typeface="Roboto"/>
              </a:rPr>
              <a:t> of JHU in the movies effect application rates?</a:t>
            </a:r>
            <a:endParaRPr sz="2700">
              <a:solidFill>
                <a:schemeClr val="dk1"/>
              </a:solidFill>
              <a:latin typeface="Roboto"/>
              <a:ea typeface="Roboto"/>
              <a:cs typeface="Roboto"/>
              <a:sym typeface="Roboto"/>
            </a:endParaRPr>
          </a:p>
          <a:p>
            <a:pPr indent="-476250" lvl="2" marL="1828800" marR="0" rtl="0" algn="l">
              <a:lnSpc>
                <a:spcPct val="150000"/>
              </a:lnSpc>
              <a:spcBef>
                <a:spcPts val="0"/>
              </a:spcBef>
              <a:spcAft>
                <a:spcPts val="0"/>
              </a:spcAft>
              <a:buClr>
                <a:schemeClr val="dk1"/>
              </a:buClr>
              <a:buSzPts val="2700"/>
              <a:buFont typeface="Roboto"/>
              <a:buChar char="■"/>
            </a:pPr>
            <a:r>
              <a:rPr lang="en-US" sz="2700">
                <a:solidFill>
                  <a:schemeClr val="dk1"/>
                </a:solidFill>
                <a:latin typeface="Roboto"/>
                <a:ea typeface="Roboto"/>
                <a:cs typeface="Roboto"/>
                <a:sym typeface="Roboto"/>
              </a:rPr>
              <a:t>Finding the data we need</a:t>
            </a:r>
            <a:endParaRPr sz="2700">
              <a:solidFill>
                <a:schemeClr val="dk1"/>
              </a:solidFill>
              <a:latin typeface="Roboto"/>
              <a:ea typeface="Roboto"/>
              <a:cs typeface="Roboto"/>
              <a:sym typeface="Roboto"/>
            </a:endParaRPr>
          </a:p>
          <a:p>
            <a:pPr indent="-476250" lvl="2" marL="1828800" marR="0" rtl="0" algn="l">
              <a:lnSpc>
                <a:spcPct val="150000"/>
              </a:lnSpc>
              <a:spcBef>
                <a:spcPts val="0"/>
              </a:spcBef>
              <a:spcAft>
                <a:spcPts val="0"/>
              </a:spcAft>
              <a:buClr>
                <a:schemeClr val="dk1"/>
              </a:buClr>
              <a:buSzPts val="2700"/>
              <a:buFont typeface="Roboto"/>
              <a:buChar char="■"/>
            </a:pPr>
            <a:r>
              <a:rPr lang="en-US" sz="2700">
                <a:solidFill>
                  <a:schemeClr val="dk1"/>
                </a:solidFill>
                <a:latin typeface="Roboto"/>
                <a:ea typeface="Roboto"/>
                <a:cs typeface="Roboto"/>
                <a:sym typeface="Roboto"/>
              </a:rPr>
              <a:t>Preparing the data</a:t>
            </a:r>
            <a:endParaRPr sz="2700">
              <a:solidFill>
                <a:schemeClr val="dk1"/>
              </a:solidFill>
              <a:latin typeface="Roboto"/>
              <a:ea typeface="Roboto"/>
              <a:cs typeface="Roboto"/>
              <a:sym typeface="Roboto"/>
            </a:endParaRPr>
          </a:p>
          <a:p>
            <a:pPr indent="-476250" lvl="2" marL="1828800" marR="0" rtl="0" algn="l">
              <a:lnSpc>
                <a:spcPct val="150000"/>
              </a:lnSpc>
              <a:spcBef>
                <a:spcPts val="0"/>
              </a:spcBef>
              <a:spcAft>
                <a:spcPts val="0"/>
              </a:spcAft>
              <a:buClr>
                <a:schemeClr val="dk1"/>
              </a:buClr>
              <a:buSzPts val="2700"/>
              <a:buFont typeface="Roboto"/>
              <a:buChar char="■"/>
            </a:pPr>
            <a:r>
              <a:rPr lang="en-US" sz="2700">
                <a:solidFill>
                  <a:schemeClr val="dk1"/>
                </a:solidFill>
                <a:latin typeface="Roboto"/>
                <a:ea typeface="Roboto"/>
                <a:cs typeface="Roboto"/>
                <a:sym typeface="Roboto"/>
              </a:rPr>
              <a:t>Analyzing the data</a:t>
            </a:r>
            <a:endParaRPr sz="2700">
              <a:solidFill>
                <a:schemeClr val="dk1"/>
              </a:solidFill>
              <a:latin typeface="Roboto"/>
              <a:ea typeface="Roboto"/>
              <a:cs typeface="Roboto"/>
              <a:sym typeface="Roboto"/>
            </a:endParaRPr>
          </a:p>
          <a:p>
            <a:pPr indent="0" lvl="0" marL="0" marR="0" rtl="0" algn="l">
              <a:lnSpc>
                <a:spcPct val="150000"/>
              </a:lnSpc>
              <a:spcBef>
                <a:spcPts val="0"/>
              </a:spcBef>
              <a:spcAft>
                <a:spcPts val="0"/>
              </a:spcAft>
              <a:buNone/>
            </a:pPr>
            <a:r>
              <a:rPr lang="en-US" sz="2200">
                <a:solidFill>
                  <a:schemeClr val="dk1"/>
                </a:solidFill>
                <a:latin typeface="Roboto"/>
                <a:ea typeface="Roboto"/>
                <a:cs typeface="Roboto"/>
                <a:sym typeface="Roboto"/>
              </a:rPr>
              <a:t>Ask questions or make notes in</a:t>
            </a:r>
            <a:r>
              <a:rPr b="1" lang="en-US" sz="2200">
                <a:solidFill>
                  <a:schemeClr val="dk1"/>
                </a:solidFill>
                <a:latin typeface="Roboto"/>
                <a:ea typeface="Roboto"/>
                <a:cs typeface="Roboto"/>
                <a:sym typeface="Roboto"/>
              </a:rPr>
              <a:t> https://pad.carpentries.org/unserious</a:t>
            </a:r>
            <a:endParaRPr b="1" sz="2200">
              <a:solidFill>
                <a:schemeClr val="dk1"/>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79" name="Shape 179"/>
        <p:cNvGrpSpPr/>
        <p:nvPr/>
      </p:nvGrpSpPr>
      <p:grpSpPr>
        <a:xfrm>
          <a:off x="0" y="0"/>
          <a:ext cx="0" cy="0"/>
          <a:chOff x="0" y="0"/>
          <a:chExt cx="0" cy="0"/>
        </a:xfrm>
      </p:grpSpPr>
      <p:sp>
        <p:nvSpPr>
          <p:cNvPr id="180" name="Google Shape;180;p25"/>
          <p:cNvSpPr txBox="1"/>
          <p:nvPr>
            <p:ph idx="12" type="sldNum"/>
          </p:nvPr>
        </p:nvSpPr>
        <p:spPr>
          <a:xfrm>
            <a:off x="10218545" y="6248487"/>
            <a:ext cx="1232700" cy="3651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id="181" name="Google Shape;181;p25"/>
          <p:cNvPicPr preferRelativeResize="0"/>
          <p:nvPr/>
        </p:nvPicPr>
        <p:blipFill rotWithShape="1">
          <a:blip r:embed="rId3">
            <a:alphaModFix/>
          </a:blip>
          <a:srcRect b="0" l="0" r="0" t="0"/>
          <a:stretch/>
        </p:blipFill>
        <p:spPr>
          <a:xfrm>
            <a:off x="1452700" y="27955"/>
            <a:ext cx="9286599" cy="6705425"/>
          </a:xfrm>
          <a:prstGeom prst="rect">
            <a:avLst/>
          </a:prstGeom>
          <a:noFill/>
          <a:ln>
            <a:noFill/>
          </a:ln>
        </p:spPr>
      </p:pic>
      <p:sp>
        <p:nvSpPr>
          <p:cNvPr id="182" name="Google Shape;182;p25"/>
          <p:cNvSpPr txBox="1"/>
          <p:nvPr/>
        </p:nvSpPr>
        <p:spPr>
          <a:xfrm>
            <a:off x="1518150" y="6526975"/>
            <a:ext cx="9155700" cy="102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lt2"/>
                </a:solidFill>
                <a:latin typeface="Tahoma"/>
                <a:ea typeface="Tahoma"/>
                <a:cs typeface="Tahoma"/>
                <a:sym typeface="Tahoma"/>
              </a:rPr>
              <a:t>https://pudding.cool/projects/vocabulary/index.html</a:t>
            </a:r>
            <a:endParaRPr>
              <a:solidFill>
                <a:schemeClr val="lt2"/>
              </a:solidFill>
              <a:latin typeface="Tahoma"/>
              <a:ea typeface="Tahoma"/>
              <a:cs typeface="Tahoma"/>
              <a:sym typeface="Tahom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6"/>
          <p:cNvSpPr txBox="1"/>
          <p:nvPr/>
        </p:nvSpPr>
        <p:spPr>
          <a:xfrm>
            <a:off x="581667" y="428633"/>
            <a:ext cx="10868700" cy="8619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4000"/>
              <a:buFont typeface="Arial"/>
              <a:buNone/>
            </a:pPr>
            <a:r>
              <a:rPr b="0" i="0" lang="en-US" sz="4000" u="none" cap="none" strike="noStrike">
                <a:solidFill>
                  <a:schemeClr val="dk1"/>
                </a:solidFill>
                <a:latin typeface="Roboto"/>
                <a:ea typeface="Roboto"/>
                <a:cs typeface="Roboto"/>
                <a:sym typeface="Roboto"/>
              </a:rPr>
              <a:t>Scoping a question</a:t>
            </a:r>
            <a:endParaRPr b="0" i="0" sz="4000" u="none" cap="none" strike="noStrike">
              <a:solidFill>
                <a:schemeClr val="dk1"/>
              </a:solidFill>
              <a:latin typeface="Roboto"/>
              <a:ea typeface="Roboto"/>
              <a:cs typeface="Roboto"/>
              <a:sym typeface="Roboto"/>
            </a:endParaRPr>
          </a:p>
        </p:txBody>
      </p:sp>
      <p:sp>
        <p:nvSpPr>
          <p:cNvPr id="188" name="Google Shape;188;p26"/>
          <p:cNvSpPr txBox="1"/>
          <p:nvPr/>
        </p:nvSpPr>
        <p:spPr>
          <a:xfrm>
            <a:off x="6385600" y="2071833"/>
            <a:ext cx="4460100" cy="42330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Roboto"/>
                <a:ea typeface="Roboto"/>
                <a:cs typeface="Roboto"/>
                <a:sym typeface="Roboto"/>
              </a:rPr>
              <a:t>Rappers ranked by size of vocabulary</a:t>
            </a:r>
            <a:endParaRPr b="0" i="0" sz="2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Roboto"/>
                <a:ea typeface="Roboto"/>
                <a:cs typeface="Roboto"/>
                <a:sym typeface="Roboto"/>
              </a:rPr>
              <a:t>Not about:</a:t>
            </a:r>
            <a:endParaRPr b="0" i="0" sz="2400" u="none" cap="none" strike="noStrike">
              <a:solidFill>
                <a:schemeClr val="dk1"/>
              </a:solidFill>
              <a:latin typeface="Roboto"/>
              <a:ea typeface="Roboto"/>
              <a:cs typeface="Roboto"/>
              <a:sym typeface="Roboto"/>
            </a:endParaRPr>
          </a:p>
          <a:p>
            <a:pPr indent="-457200" lvl="0" marL="609600" marR="0" rtl="0" algn="l">
              <a:lnSpc>
                <a:spcPct val="100000"/>
              </a:lnSpc>
              <a:spcBef>
                <a:spcPts val="0"/>
              </a:spcBef>
              <a:spcAft>
                <a:spcPts val="0"/>
              </a:spcAft>
              <a:buClr>
                <a:schemeClr val="dk1"/>
              </a:buClr>
              <a:buSzPts val="2400"/>
              <a:buFont typeface="Roboto"/>
              <a:buChar char="●"/>
            </a:pPr>
            <a:r>
              <a:rPr b="0" i="0" lang="en-US" sz="2400" u="none" cap="none" strike="noStrike">
                <a:solidFill>
                  <a:schemeClr val="dk1"/>
                </a:solidFill>
                <a:latin typeface="Roboto"/>
                <a:ea typeface="Roboto"/>
                <a:cs typeface="Roboto"/>
                <a:sym typeface="Roboto"/>
              </a:rPr>
              <a:t>Style/Genre</a:t>
            </a:r>
            <a:endParaRPr b="0" i="0" sz="2400" u="none" cap="none" strike="noStrike">
              <a:solidFill>
                <a:schemeClr val="dk1"/>
              </a:solidFill>
              <a:latin typeface="Roboto"/>
              <a:ea typeface="Roboto"/>
              <a:cs typeface="Roboto"/>
              <a:sym typeface="Roboto"/>
            </a:endParaRPr>
          </a:p>
          <a:p>
            <a:pPr indent="-457200" lvl="0" marL="609600" marR="0" rtl="0" algn="l">
              <a:lnSpc>
                <a:spcPct val="100000"/>
              </a:lnSpc>
              <a:spcBef>
                <a:spcPts val="0"/>
              </a:spcBef>
              <a:spcAft>
                <a:spcPts val="0"/>
              </a:spcAft>
              <a:buClr>
                <a:schemeClr val="dk1"/>
              </a:buClr>
              <a:buSzPts val="2400"/>
              <a:buFont typeface="Roboto"/>
              <a:buChar char="●"/>
            </a:pPr>
            <a:r>
              <a:rPr b="0" i="0" lang="en-US" sz="2400" u="none" cap="none" strike="noStrike">
                <a:solidFill>
                  <a:schemeClr val="dk1"/>
                </a:solidFill>
                <a:latin typeface="Roboto"/>
                <a:ea typeface="Roboto"/>
                <a:cs typeface="Roboto"/>
                <a:sym typeface="Roboto"/>
              </a:rPr>
              <a:t>Popularity</a:t>
            </a:r>
            <a:endParaRPr b="0" i="0" sz="2400" u="none" cap="none" strike="noStrike">
              <a:solidFill>
                <a:schemeClr val="dk1"/>
              </a:solidFill>
              <a:latin typeface="Roboto"/>
              <a:ea typeface="Roboto"/>
              <a:cs typeface="Roboto"/>
              <a:sym typeface="Roboto"/>
            </a:endParaRPr>
          </a:p>
          <a:p>
            <a:pPr indent="-457200" lvl="0" marL="609600" marR="0" rtl="0" algn="l">
              <a:lnSpc>
                <a:spcPct val="100000"/>
              </a:lnSpc>
              <a:spcBef>
                <a:spcPts val="0"/>
              </a:spcBef>
              <a:spcAft>
                <a:spcPts val="0"/>
              </a:spcAft>
              <a:buClr>
                <a:schemeClr val="dk1"/>
              </a:buClr>
              <a:buSzPts val="2400"/>
              <a:buFont typeface="Roboto"/>
              <a:buChar char="●"/>
            </a:pPr>
            <a:r>
              <a:rPr b="0" i="0" lang="en-US" sz="2400" u="none" cap="none" strike="noStrike">
                <a:solidFill>
                  <a:schemeClr val="dk1"/>
                </a:solidFill>
                <a:latin typeface="Roboto"/>
                <a:ea typeface="Roboto"/>
                <a:cs typeface="Roboto"/>
                <a:sym typeface="Roboto"/>
              </a:rPr>
              <a:t>Album Sales</a:t>
            </a:r>
            <a:endParaRPr b="0" i="0" sz="2400" u="none" cap="none" strike="noStrike">
              <a:solidFill>
                <a:schemeClr val="dk1"/>
              </a:solidFill>
              <a:latin typeface="Roboto"/>
              <a:ea typeface="Roboto"/>
              <a:cs typeface="Roboto"/>
              <a:sym typeface="Roboto"/>
            </a:endParaRPr>
          </a:p>
          <a:p>
            <a:pPr indent="-457200" lvl="0" marL="609600" marR="0" rtl="0" algn="l">
              <a:lnSpc>
                <a:spcPct val="100000"/>
              </a:lnSpc>
              <a:spcBef>
                <a:spcPts val="0"/>
              </a:spcBef>
              <a:spcAft>
                <a:spcPts val="0"/>
              </a:spcAft>
              <a:buClr>
                <a:schemeClr val="dk1"/>
              </a:buClr>
              <a:buSzPts val="2400"/>
              <a:buFont typeface="Roboto"/>
              <a:buChar char="●"/>
            </a:pPr>
            <a:r>
              <a:rPr b="0" i="0" lang="en-US" sz="2400" u="none" cap="none" strike="noStrike">
                <a:solidFill>
                  <a:schemeClr val="dk1"/>
                </a:solidFill>
                <a:latin typeface="Roboto"/>
                <a:ea typeface="Roboto"/>
                <a:cs typeface="Roboto"/>
                <a:sym typeface="Roboto"/>
              </a:rPr>
              <a:t>Flow</a:t>
            </a:r>
            <a:endParaRPr b="0" i="0" sz="2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rPr b="0" i="0" lang="en-US" sz="2400" u="sng" cap="none" strike="noStrike">
                <a:solidFill>
                  <a:srgbClr val="4E97E0"/>
                </a:solidFill>
                <a:latin typeface="Roboto"/>
                <a:ea typeface="Roboto"/>
                <a:cs typeface="Roboto"/>
                <a:sym typeface="Roboto"/>
                <a:hlinkClick r:id="rId3">
                  <a:extLst>
                    <a:ext uri="{A12FA001-AC4F-418D-AE19-62706E023703}">
                      <ahyp:hlinkClr val="tx"/>
                    </a:ext>
                  </a:extLst>
                </a:hlinkClick>
              </a:rPr>
              <a:t>Data</a:t>
            </a:r>
            <a:endParaRPr b="0" i="0" sz="2400" u="none" cap="none" strike="noStrike">
              <a:solidFill>
                <a:srgbClr val="4E97E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Roboto"/>
              <a:ea typeface="Roboto"/>
              <a:cs typeface="Roboto"/>
              <a:sym typeface="Roboto"/>
            </a:endParaRPr>
          </a:p>
        </p:txBody>
      </p:sp>
      <p:pic>
        <p:nvPicPr>
          <p:cNvPr id="189" name="Google Shape;189;p26"/>
          <p:cNvPicPr preferRelativeResize="0"/>
          <p:nvPr/>
        </p:nvPicPr>
        <p:blipFill rotWithShape="1">
          <a:blip r:embed="rId4">
            <a:alphaModFix/>
          </a:blip>
          <a:srcRect b="0" l="0" r="0" t="0"/>
          <a:stretch/>
        </p:blipFill>
        <p:spPr>
          <a:xfrm>
            <a:off x="203200" y="1798633"/>
            <a:ext cx="5865903" cy="42355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7"/>
          <p:cNvSpPr txBox="1"/>
          <p:nvPr>
            <p:ph idx="1" type="body"/>
          </p:nvPr>
        </p:nvSpPr>
        <p:spPr>
          <a:xfrm>
            <a:off x="334600" y="1392233"/>
            <a:ext cx="11522700" cy="5002500"/>
          </a:xfrm>
          <a:prstGeom prst="rect">
            <a:avLst/>
          </a:prstGeom>
          <a:noFill/>
          <a:ln>
            <a:noFill/>
          </a:ln>
        </p:spPr>
        <p:txBody>
          <a:bodyPr anchorCtr="0" anchor="t" bIns="121900" lIns="121900" spcFirstLastPara="1" rIns="121900" wrap="square" tIns="121900">
            <a:noAutofit/>
          </a:bodyPr>
          <a:lstStyle/>
          <a:p>
            <a:pPr indent="0" lvl="0" marL="0" rtl="0" algn="l">
              <a:lnSpc>
                <a:spcPct val="115000"/>
              </a:lnSpc>
              <a:spcBef>
                <a:spcPts val="0"/>
              </a:spcBef>
              <a:spcAft>
                <a:spcPts val="0"/>
              </a:spcAft>
              <a:buSzPts val="2400"/>
              <a:buNone/>
            </a:pPr>
            <a:r>
              <a:rPr lang="en-US" sz="2800">
                <a:solidFill>
                  <a:schemeClr val="dk1"/>
                </a:solidFill>
              </a:rPr>
              <a:t>How do you measure “vocabulary” computationally? </a:t>
            </a:r>
            <a:endParaRPr sz="2800">
              <a:solidFill>
                <a:schemeClr val="dk1"/>
              </a:solidFill>
            </a:endParaRPr>
          </a:p>
          <a:p>
            <a:pPr indent="0" lvl="0" marL="0" rtl="0" algn="l">
              <a:lnSpc>
                <a:spcPct val="115000"/>
              </a:lnSpc>
              <a:spcBef>
                <a:spcPts val="0"/>
              </a:spcBef>
              <a:spcAft>
                <a:spcPts val="0"/>
              </a:spcAft>
              <a:buSzPts val="2400"/>
              <a:buNone/>
            </a:pPr>
            <a:r>
              <a:t/>
            </a:r>
            <a:endParaRPr sz="800">
              <a:solidFill>
                <a:schemeClr val="dk1"/>
              </a:solidFill>
            </a:endParaRPr>
          </a:p>
          <a:p>
            <a:pPr indent="-457200" lvl="0" marL="609600" rtl="0" algn="l">
              <a:lnSpc>
                <a:spcPct val="115000"/>
              </a:lnSpc>
              <a:spcBef>
                <a:spcPts val="0"/>
              </a:spcBef>
              <a:spcAft>
                <a:spcPts val="0"/>
              </a:spcAft>
              <a:buClr>
                <a:schemeClr val="dk1"/>
              </a:buClr>
              <a:buSzPts val="2400"/>
              <a:buChar char="●"/>
            </a:pPr>
            <a:r>
              <a:rPr lang="en-US">
                <a:solidFill>
                  <a:schemeClr val="dk1"/>
                </a:solidFill>
              </a:rPr>
              <a:t>How do rappers rank by the “size of vocabulary?”</a:t>
            </a:r>
            <a:endParaRPr>
              <a:solidFill>
                <a:schemeClr val="dk1"/>
              </a:solidFill>
            </a:endParaRPr>
          </a:p>
          <a:p>
            <a:pPr indent="-438150" lvl="1" marL="1219200" rtl="0" algn="l">
              <a:lnSpc>
                <a:spcPct val="115000"/>
              </a:lnSpc>
              <a:spcBef>
                <a:spcPts val="0"/>
              </a:spcBef>
              <a:spcAft>
                <a:spcPts val="0"/>
              </a:spcAft>
              <a:buClr>
                <a:schemeClr val="dk2"/>
              </a:buClr>
              <a:buSzPts val="2100"/>
              <a:buChar char="○"/>
            </a:pPr>
            <a:r>
              <a:rPr lang="en-US" sz="2100">
                <a:solidFill>
                  <a:schemeClr val="dk2"/>
                </a:solidFill>
              </a:rPr>
              <a:t>Here size = number of unique words (strings that only appear once in an individual rapper’s lyrics) by %</a:t>
            </a:r>
            <a:endParaRPr sz="2100">
              <a:solidFill>
                <a:schemeClr val="dk2"/>
              </a:solidFill>
            </a:endParaRPr>
          </a:p>
          <a:p>
            <a:pPr indent="0" lvl="0" marL="1219200" rtl="0" algn="l">
              <a:lnSpc>
                <a:spcPct val="115000"/>
              </a:lnSpc>
              <a:spcBef>
                <a:spcPts val="0"/>
              </a:spcBef>
              <a:spcAft>
                <a:spcPts val="0"/>
              </a:spcAft>
              <a:buSzPts val="2400"/>
              <a:buNone/>
            </a:pPr>
            <a:r>
              <a:t/>
            </a:r>
            <a:endParaRPr sz="800">
              <a:solidFill>
                <a:schemeClr val="dk1"/>
              </a:solidFill>
            </a:endParaRPr>
          </a:p>
          <a:p>
            <a:pPr indent="-457200" lvl="0" marL="609600" rtl="0" algn="l">
              <a:lnSpc>
                <a:spcPct val="115000"/>
              </a:lnSpc>
              <a:spcBef>
                <a:spcPts val="0"/>
              </a:spcBef>
              <a:spcAft>
                <a:spcPts val="0"/>
              </a:spcAft>
              <a:buClr>
                <a:schemeClr val="dk1"/>
              </a:buClr>
              <a:buSzPts val="2400"/>
              <a:buChar char="●"/>
            </a:pPr>
            <a:r>
              <a:rPr lang="en-US">
                <a:solidFill>
                  <a:schemeClr val="dk1"/>
                </a:solidFill>
              </a:rPr>
              <a:t>Who uses the most complex words? </a:t>
            </a:r>
            <a:endParaRPr>
              <a:solidFill>
                <a:schemeClr val="dk1"/>
              </a:solidFill>
            </a:endParaRPr>
          </a:p>
          <a:p>
            <a:pPr indent="-438150" lvl="1" marL="1219200" rtl="0" algn="l">
              <a:lnSpc>
                <a:spcPct val="115000"/>
              </a:lnSpc>
              <a:spcBef>
                <a:spcPts val="0"/>
              </a:spcBef>
              <a:spcAft>
                <a:spcPts val="0"/>
              </a:spcAft>
              <a:buClr>
                <a:schemeClr val="dk2"/>
              </a:buClr>
              <a:buSzPts val="2100"/>
              <a:buChar char="○"/>
            </a:pPr>
            <a:r>
              <a:rPr lang="en-US" sz="2100">
                <a:solidFill>
                  <a:schemeClr val="dk2"/>
                </a:solidFill>
              </a:rPr>
              <a:t>Complex = longest </a:t>
            </a:r>
            <a:endParaRPr sz="2100">
              <a:solidFill>
                <a:schemeClr val="dk2"/>
              </a:solidFill>
            </a:endParaRPr>
          </a:p>
          <a:p>
            <a:pPr indent="-438150" lvl="1" marL="1219200" rtl="0" algn="l">
              <a:lnSpc>
                <a:spcPct val="115000"/>
              </a:lnSpc>
              <a:spcBef>
                <a:spcPts val="0"/>
              </a:spcBef>
              <a:spcAft>
                <a:spcPts val="0"/>
              </a:spcAft>
              <a:buClr>
                <a:schemeClr val="dk2"/>
              </a:buClr>
              <a:buSzPts val="2100"/>
              <a:buChar char="○"/>
            </a:pPr>
            <a:r>
              <a:rPr lang="en-US" sz="2100">
                <a:solidFill>
                  <a:schemeClr val="dk2"/>
                </a:solidFill>
              </a:rPr>
              <a:t>Find length of strings and rapper who uses the longest strings by %</a:t>
            </a:r>
            <a:endParaRPr sz="2100">
              <a:solidFill>
                <a:schemeClr val="dk2"/>
              </a:solidFill>
            </a:endParaRPr>
          </a:p>
          <a:p>
            <a:pPr indent="0" lvl="0" marL="1219200" rtl="0" algn="l">
              <a:lnSpc>
                <a:spcPct val="115000"/>
              </a:lnSpc>
              <a:spcBef>
                <a:spcPts val="0"/>
              </a:spcBef>
              <a:spcAft>
                <a:spcPts val="0"/>
              </a:spcAft>
              <a:buSzPts val="2400"/>
              <a:buNone/>
            </a:pPr>
            <a:r>
              <a:t/>
            </a:r>
            <a:endParaRPr sz="800">
              <a:solidFill>
                <a:schemeClr val="dk1"/>
              </a:solidFill>
            </a:endParaRPr>
          </a:p>
          <a:p>
            <a:pPr indent="-457200" lvl="0" marL="609600" rtl="0" algn="l">
              <a:lnSpc>
                <a:spcPct val="115000"/>
              </a:lnSpc>
              <a:spcBef>
                <a:spcPts val="0"/>
              </a:spcBef>
              <a:spcAft>
                <a:spcPts val="0"/>
              </a:spcAft>
              <a:buClr>
                <a:schemeClr val="dk1"/>
              </a:buClr>
              <a:buSzPts val="2400"/>
              <a:buChar char="●"/>
            </a:pPr>
            <a:r>
              <a:rPr lang="en-US">
                <a:solidFill>
                  <a:schemeClr val="dk1"/>
                </a:solidFill>
              </a:rPr>
              <a:t>Who uses the most neologisms (new words)?</a:t>
            </a:r>
            <a:endParaRPr>
              <a:solidFill>
                <a:schemeClr val="dk1"/>
              </a:solidFill>
            </a:endParaRPr>
          </a:p>
          <a:p>
            <a:pPr indent="-438150" lvl="1" marL="1219200" rtl="0" algn="l">
              <a:lnSpc>
                <a:spcPct val="115000"/>
              </a:lnSpc>
              <a:spcBef>
                <a:spcPts val="0"/>
              </a:spcBef>
              <a:spcAft>
                <a:spcPts val="0"/>
              </a:spcAft>
              <a:buClr>
                <a:schemeClr val="dk2"/>
              </a:buClr>
              <a:buSzPts val="2100"/>
              <a:buChar char="○"/>
            </a:pPr>
            <a:r>
              <a:rPr lang="en-US" sz="2100">
                <a:solidFill>
                  <a:schemeClr val="dk2"/>
                </a:solidFill>
              </a:rPr>
              <a:t>Compare corpus to dictionary corpus </a:t>
            </a:r>
            <a:endParaRPr sz="2100">
              <a:solidFill>
                <a:schemeClr val="dk2"/>
              </a:solidFill>
            </a:endParaRPr>
          </a:p>
          <a:p>
            <a:pPr indent="-438150" lvl="1" marL="1219200" rtl="0" algn="l">
              <a:lnSpc>
                <a:spcPct val="115000"/>
              </a:lnSpc>
              <a:spcBef>
                <a:spcPts val="0"/>
              </a:spcBef>
              <a:spcAft>
                <a:spcPts val="0"/>
              </a:spcAft>
              <a:buClr>
                <a:schemeClr val="dk2"/>
              </a:buClr>
              <a:buSzPts val="2100"/>
              <a:buChar char="○"/>
            </a:pPr>
            <a:r>
              <a:rPr lang="en-US" sz="2100">
                <a:solidFill>
                  <a:schemeClr val="dk2"/>
                </a:solidFill>
              </a:rPr>
              <a:t>Find what words in your corpus are NOT in the dictionary</a:t>
            </a:r>
            <a:endParaRPr sz="2100">
              <a:solidFill>
                <a:schemeClr val="dk2"/>
              </a:solidFill>
            </a:endParaRPr>
          </a:p>
          <a:p>
            <a:pPr indent="-438150" lvl="1" marL="1219200" rtl="0" algn="l">
              <a:lnSpc>
                <a:spcPct val="115000"/>
              </a:lnSpc>
              <a:spcBef>
                <a:spcPts val="0"/>
              </a:spcBef>
              <a:spcAft>
                <a:spcPts val="0"/>
              </a:spcAft>
              <a:buClr>
                <a:schemeClr val="dk2"/>
              </a:buClr>
              <a:buSzPts val="2100"/>
              <a:buChar char="○"/>
            </a:pPr>
            <a:r>
              <a:rPr lang="en-US" sz="2100">
                <a:solidFill>
                  <a:schemeClr val="dk2"/>
                </a:solidFill>
              </a:rPr>
              <a:t>Rank rappers by % of neologisms</a:t>
            </a:r>
            <a:endParaRPr sz="2800">
              <a:solidFill>
                <a:schemeClr val="dk2"/>
              </a:solidFill>
            </a:endParaRPr>
          </a:p>
          <a:p>
            <a:pPr indent="0" lvl="0" marL="0" rtl="0" algn="l">
              <a:lnSpc>
                <a:spcPct val="115000"/>
              </a:lnSpc>
              <a:spcBef>
                <a:spcPts val="0"/>
              </a:spcBef>
              <a:spcAft>
                <a:spcPts val="0"/>
              </a:spcAft>
              <a:buSzPts val="2400"/>
              <a:buNone/>
            </a:pPr>
            <a:r>
              <a:t/>
            </a:r>
            <a:endParaRPr>
              <a:solidFill>
                <a:schemeClr val="dk1"/>
              </a:solidFill>
            </a:endParaRPr>
          </a:p>
          <a:p>
            <a:pPr indent="0" lvl="0" marL="1600200" rtl="0" algn="l">
              <a:lnSpc>
                <a:spcPct val="98181"/>
              </a:lnSpc>
              <a:spcBef>
                <a:spcPts val="300"/>
              </a:spcBef>
              <a:spcAft>
                <a:spcPts val="0"/>
              </a:spcAft>
              <a:buSzPts val="2400"/>
              <a:buNone/>
            </a:pPr>
            <a:r>
              <a:t/>
            </a:r>
            <a:endParaRPr sz="1900">
              <a:solidFill>
                <a:srgbClr val="404040"/>
              </a:solidFill>
              <a:latin typeface="Calibri"/>
              <a:ea typeface="Calibri"/>
              <a:cs typeface="Calibri"/>
              <a:sym typeface="Calibri"/>
            </a:endParaRPr>
          </a:p>
          <a:p>
            <a:pPr indent="0" lvl="0" marL="1600200" rtl="0" algn="l">
              <a:lnSpc>
                <a:spcPct val="98181"/>
              </a:lnSpc>
              <a:spcBef>
                <a:spcPts val="500"/>
              </a:spcBef>
              <a:spcAft>
                <a:spcPts val="0"/>
              </a:spcAft>
              <a:buSzPts val="2400"/>
              <a:buNone/>
            </a:pPr>
            <a:r>
              <a:t/>
            </a:r>
            <a:endParaRPr sz="1900">
              <a:solidFill>
                <a:srgbClr val="404040"/>
              </a:solidFill>
              <a:latin typeface="Calibri"/>
              <a:ea typeface="Calibri"/>
              <a:cs typeface="Calibri"/>
              <a:sym typeface="Calibri"/>
            </a:endParaRPr>
          </a:p>
          <a:p>
            <a:pPr indent="0" lvl="0" marL="0" rtl="0" algn="l">
              <a:lnSpc>
                <a:spcPct val="115000"/>
              </a:lnSpc>
              <a:spcBef>
                <a:spcPts val="500"/>
              </a:spcBef>
              <a:spcAft>
                <a:spcPts val="2100"/>
              </a:spcAft>
              <a:buSzPts val="2400"/>
              <a:buNone/>
            </a:pPr>
            <a:r>
              <a:t/>
            </a:r>
            <a:endParaRPr/>
          </a:p>
        </p:txBody>
      </p:sp>
      <p:sp>
        <p:nvSpPr>
          <p:cNvPr id="195" name="Google Shape;195;p27"/>
          <p:cNvSpPr txBox="1"/>
          <p:nvPr/>
        </p:nvSpPr>
        <p:spPr>
          <a:xfrm>
            <a:off x="581667" y="428633"/>
            <a:ext cx="10868700" cy="8619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4000"/>
              <a:buFont typeface="Arial"/>
              <a:buNone/>
            </a:pPr>
            <a:r>
              <a:rPr b="0" i="0" lang="en-US" sz="4000" u="none" cap="none" strike="noStrike">
                <a:solidFill>
                  <a:schemeClr val="accent1"/>
                </a:solidFill>
                <a:latin typeface="Roboto"/>
                <a:ea typeface="Roboto"/>
                <a:cs typeface="Roboto"/>
                <a:sym typeface="Roboto"/>
              </a:rPr>
              <a:t>Translating questions to computation</a:t>
            </a:r>
            <a:endParaRPr b="0" i="0" sz="4000" u="none" cap="none" strike="noStrike">
              <a:solidFill>
                <a:schemeClr val="accent1"/>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8"/>
          <p:cNvSpPr txBox="1"/>
          <p:nvPr>
            <p:ph type="ctrTitle"/>
          </p:nvPr>
        </p:nvSpPr>
        <p:spPr>
          <a:xfrm>
            <a:off x="1597723" y="689071"/>
            <a:ext cx="9240300" cy="30345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Clr>
                <a:schemeClr val="lt1"/>
              </a:buClr>
              <a:buSzPts val="4000"/>
              <a:buFont typeface="Tahoma"/>
              <a:buNone/>
            </a:pPr>
            <a:r>
              <a:rPr lang="en-US"/>
              <a:t>JHU in Film</a:t>
            </a:r>
            <a:endParaRPr/>
          </a:p>
        </p:txBody>
      </p:sp>
      <p:sp>
        <p:nvSpPr>
          <p:cNvPr id="201" name="Google Shape;201;p28"/>
          <p:cNvSpPr txBox="1"/>
          <p:nvPr>
            <p:ph idx="1" type="subTitle"/>
          </p:nvPr>
        </p:nvSpPr>
        <p:spPr>
          <a:xfrm>
            <a:off x="1475875" y="3904475"/>
            <a:ext cx="8184600" cy="2073000"/>
          </a:xfrm>
          <a:prstGeom prst="rect">
            <a:avLst/>
          </a:prstGeom>
          <a:noFill/>
          <a:ln>
            <a:noFill/>
          </a:ln>
        </p:spPr>
        <p:txBody>
          <a:bodyPr anchorCtr="0" anchor="t" bIns="0" lIns="0" spcFirstLastPara="1" rIns="0" wrap="square" tIns="0">
            <a:normAutofit/>
          </a:bodyPr>
          <a:lstStyle/>
          <a:p>
            <a:pPr indent="0" lvl="0" marL="1219200" rtl="0" algn="l">
              <a:lnSpc>
                <a:spcPct val="150000"/>
              </a:lnSpc>
              <a:spcBef>
                <a:spcPts val="0"/>
              </a:spcBef>
              <a:spcAft>
                <a:spcPts val="0"/>
              </a:spcAft>
              <a:buNone/>
            </a:pPr>
            <a:r>
              <a:rPr lang="en-US" sz="2700">
                <a:solidFill>
                  <a:schemeClr val="accent5"/>
                </a:solidFill>
                <a:latin typeface="Roboto"/>
                <a:ea typeface="Roboto"/>
                <a:cs typeface="Roboto"/>
                <a:sym typeface="Roboto"/>
              </a:rPr>
              <a:t>Does the appearance of JHU in the movies effect application rates?</a:t>
            </a:r>
            <a:endParaRPr>
              <a:solidFill>
                <a:schemeClr val="accent5"/>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9"/>
          <p:cNvSpPr txBox="1"/>
          <p:nvPr/>
        </p:nvSpPr>
        <p:spPr>
          <a:xfrm>
            <a:off x="14370567" y="1532267"/>
            <a:ext cx="8568900" cy="5388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Roboto"/>
              <a:ea typeface="Roboto"/>
              <a:cs typeface="Roboto"/>
              <a:sym typeface="Roboto"/>
            </a:endParaRPr>
          </a:p>
        </p:txBody>
      </p:sp>
      <p:sp>
        <p:nvSpPr>
          <p:cNvPr id="207" name="Google Shape;207;p29"/>
          <p:cNvSpPr txBox="1"/>
          <p:nvPr/>
        </p:nvSpPr>
        <p:spPr>
          <a:xfrm>
            <a:off x="506800" y="390967"/>
            <a:ext cx="9254700" cy="7851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3500"/>
              <a:buFont typeface="Arial"/>
              <a:buNone/>
            </a:pPr>
            <a:r>
              <a:rPr b="0" i="0" lang="en-US" sz="3500" u="none" cap="none" strike="noStrike">
                <a:solidFill>
                  <a:schemeClr val="accent1"/>
                </a:solidFill>
                <a:latin typeface="Roboto"/>
                <a:ea typeface="Roboto"/>
                <a:cs typeface="Roboto"/>
                <a:sym typeface="Roboto"/>
              </a:rPr>
              <a:t>Asking Questions of Data</a:t>
            </a:r>
            <a:endParaRPr b="0" i="0" sz="3500" u="none" cap="none" strike="noStrike">
              <a:solidFill>
                <a:schemeClr val="accent1"/>
              </a:solidFill>
              <a:latin typeface="Roboto"/>
              <a:ea typeface="Roboto"/>
              <a:cs typeface="Roboto"/>
              <a:sym typeface="Roboto"/>
            </a:endParaRPr>
          </a:p>
        </p:txBody>
      </p:sp>
      <p:sp>
        <p:nvSpPr>
          <p:cNvPr id="208" name="Google Shape;208;p29"/>
          <p:cNvSpPr txBox="1"/>
          <p:nvPr/>
        </p:nvSpPr>
        <p:spPr>
          <a:xfrm>
            <a:off x="651600" y="1534867"/>
            <a:ext cx="9744900" cy="4902300"/>
          </a:xfrm>
          <a:prstGeom prst="rect">
            <a:avLst/>
          </a:prstGeom>
          <a:noFill/>
          <a:ln>
            <a:noFill/>
          </a:ln>
        </p:spPr>
        <p:txBody>
          <a:bodyPr anchorCtr="0" anchor="t" bIns="121900" lIns="121900" spcFirstLastPara="1" rIns="121900" wrap="square" tIns="121900">
            <a:spAutoFit/>
          </a:bodyPr>
          <a:lstStyle/>
          <a:p>
            <a:pPr indent="-476250" lvl="0" marL="609600" marR="0" rtl="0" algn="l">
              <a:lnSpc>
                <a:spcPct val="150000"/>
              </a:lnSpc>
              <a:spcBef>
                <a:spcPts val="0"/>
              </a:spcBef>
              <a:spcAft>
                <a:spcPts val="0"/>
              </a:spcAft>
              <a:buClr>
                <a:schemeClr val="dk1"/>
              </a:buClr>
              <a:buSzPts val="2700"/>
              <a:buFont typeface="Roboto"/>
              <a:buChar char="●"/>
            </a:pPr>
            <a:r>
              <a:rPr b="0" i="0" lang="en-US" sz="2700" u="none" cap="none" strike="noStrike">
                <a:solidFill>
                  <a:schemeClr val="dk1"/>
                </a:solidFill>
                <a:latin typeface="Roboto"/>
                <a:ea typeface="Roboto"/>
                <a:cs typeface="Roboto"/>
                <a:sym typeface="Roboto"/>
              </a:rPr>
              <a:t>What do you want to know?</a:t>
            </a:r>
            <a:endParaRPr b="0" i="0" sz="2700" u="none" cap="none" strike="noStrike">
              <a:solidFill>
                <a:schemeClr val="dk1"/>
              </a:solidFill>
              <a:latin typeface="Roboto"/>
              <a:ea typeface="Roboto"/>
              <a:cs typeface="Roboto"/>
              <a:sym typeface="Roboto"/>
            </a:endParaRPr>
          </a:p>
          <a:p>
            <a:pPr indent="-476250" lvl="1" marL="1219200" marR="0" rtl="0" algn="l">
              <a:lnSpc>
                <a:spcPct val="150000"/>
              </a:lnSpc>
              <a:spcBef>
                <a:spcPts val="0"/>
              </a:spcBef>
              <a:spcAft>
                <a:spcPts val="0"/>
              </a:spcAft>
              <a:buClr>
                <a:schemeClr val="dk2"/>
              </a:buClr>
              <a:buSzPts val="2700"/>
              <a:buFont typeface="Roboto"/>
              <a:buChar char="○"/>
            </a:pPr>
            <a:r>
              <a:rPr b="0" i="0" lang="en-US" sz="2700" u="none" cap="none" strike="noStrike">
                <a:solidFill>
                  <a:schemeClr val="dk2"/>
                </a:solidFill>
                <a:latin typeface="Roboto"/>
                <a:ea typeface="Roboto"/>
                <a:cs typeface="Roboto"/>
                <a:sym typeface="Roboto"/>
              </a:rPr>
              <a:t>What questions do you have?</a:t>
            </a:r>
            <a:endParaRPr b="0" i="0" sz="2700" u="none" cap="none" strike="noStrike">
              <a:solidFill>
                <a:schemeClr val="dk2"/>
              </a:solidFill>
              <a:latin typeface="Roboto"/>
              <a:ea typeface="Roboto"/>
              <a:cs typeface="Roboto"/>
              <a:sym typeface="Roboto"/>
            </a:endParaRPr>
          </a:p>
          <a:p>
            <a:pPr indent="-476250" lvl="1" marL="1219200" marR="0" rtl="0" algn="l">
              <a:lnSpc>
                <a:spcPct val="150000"/>
              </a:lnSpc>
              <a:spcBef>
                <a:spcPts val="0"/>
              </a:spcBef>
              <a:spcAft>
                <a:spcPts val="0"/>
              </a:spcAft>
              <a:buClr>
                <a:schemeClr val="dk2"/>
              </a:buClr>
              <a:buSzPts val="2700"/>
              <a:buFont typeface="Roboto"/>
              <a:buChar char="○"/>
            </a:pPr>
            <a:r>
              <a:rPr b="0" i="0" lang="en-US" sz="2700" u="none" cap="none" strike="noStrike">
                <a:solidFill>
                  <a:schemeClr val="dk2"/>
                </a:solidFill>
                <a:latin typeface="Roboto"/>
                <a:ea typeface="Roboto"/>
                <a:cs typeface="Roboto"/>
                <a:sym typeface="Roboto"/>
              </a:rPr>
              <a:t>How would you test these questions computationally with the data you have?</a:t>
            </a:r>
            <a:endParaRPr b="0" i="0" sz="2700" u="none" cap="none" strike="noStrike">
              <a:solidFill>
                <a:schemeClr val="dk2"/>
              </a:solidFill>
              <a:latin typeface="Roboto"/>
              <a:ea typeface="Roboto"/>
              <a:cs typeface="Roboto"/>
              <a:sym typeface="Roboto"/>
            </a:endParaRPr>
          </a:p>
          <a:p>
            <a:pPr indent="-476250" lvl="0" marL="609600" rtl="0" algn="l">
              <a:lnSpc>
                <a:spcPct val="150000"/>
              </a:lnSpc>
              <a:spcBef>
                <a:spcPts val="0"/>
              </a:spcBef>
              <a:spcAft>
                <a:spcPts val="0"/>
              </a:spcAft>
              <a:buClr>
                <a:schemeClr val="dk1"/>
              </a:buClr>
              <a:buSzPts val="2700"/>
              <a:buFont typeface="Roboto"/>
              <a:buChar char="●"/>
            </a:pPr>
            <a:r>
              <a:rPr lang="en-US" sz="2700">
                <a:solidFill>
                  <a:schemeClr val="dk1"/>
                </a:solidFill>
                <a:latin typeface="Roboto"/>
                <a:ea typeface="Roboto"/>
                <a:cs typeface="Roboto"/>
                <a:sym typeface="Roboto"/>
              </a:rPr>
              <a:t>What’s in your data?</a:t>
            </a:r>
            <a:endParaRPr sz="2700">
              <a:solidFill>
                <a:schemeClr val="dk1"/>
              </a:solidFill>
              <a:latin typeface="Roboto"/>
              <a:ea typeface="Roboto"/>
              <a:cs typeface="Roboto"/>
              <a:sym typeface="Roboto"/>
            </a:endParaRPr>
          </a:p>
          <a:p>
            <a:pPr indent="-476250" lvl="1" marL="1219200" rtl="0" algn="l">
              <a:lnSpc>
                <a:spcPct val="150000"/>
              </a:lnSpc>
              <a:spcBef>
                <a:spcPts val="0"/>
              </a:spcBef>
              <a:spcAft>
                <a:spcPts val="0"/>
              </a:spcAft>
              <a:buClr>
                <a:schemeClr val="dk1"/>
              </a:buClr>
              <a:buSzPts val="2700"/>
              <a:buFont typeface="Roboto"/>
              <a:buChar char="○"/>
            </a:pPr>
            <a:r>
              <a:rPr lang="en-US" sz="2700">
                <a:solidFill>
                  <a:schemeClr val="dk1"/>
                </a:solidFill>
                <a:latin typeface="Roboto"/>
                <a:ea typeface="Roboto"/>
                <a:cs typeface="Roboto"/>
                <a:sym typeface="Roboto"/>
              </a:rPr>
              <a:t>What do you have?</a:t>
            </a:r>
            <a:endParaRPr sz="2700">
              <a:solidFill>
                <a:schemeClr val="dk1"/>
              </a:solidFill>
              <a:latin typeface="Roboto"/>
              <a:ea typeface="Roboto"/>
              <a:cs typeface="Roboto"/>
              <a:sym typeface="Roboto"/>
            </a:endParaRPr>
          </a:p>
          <a:p>
            <a:pPr indent="-476250" lvl="1" marL="1219200" rtl="0" algn="l">
              <a:lnSpc>
                <a:spcPct val="150000"/>
              </a:lnSpc>
              <a:spcBef>
                <a:spcPts val="0"/>
              </a:spcBef>
              <a:spcAft>
                <a:spcPts val="0"/>
              </a:spcAft>
              <a:buClr>
                <a:schemeClr val="dk1"/>
              </a:buClr>
              <a:buSzPts val="2700"/>
              <a:buFont typeface="Roboto"/>
              <a:buChar char="○"/>
            </a:pPr>
            <a:r>
              <a:rPr lang="en-US" sz="2700">
                <a:solidFill>
                  <a:schemeClr val="dk1"/>
                </a:solidFill>
                <a:latin typeface="Roboto"/>
                <a:ea typeface="Roboto"/>
                <a:cs typeface="Roboto"/>
                <a:sym typeface="Roboto"/>
              </a:rPr>
              <a:t>What’s missing?</a:t>
            </a:r>
            <a:endParaRPr sz="2700">
              <a:solidFill>
                <a:schemeClr val="dk2"/>
              </a:solidFill>
              <a:latin typeface="Roboto"/>
              <a:ea typeface="Roboto"/>
              <a:cs typeface="Roboto"/>
              <a:sym typeface="Roboto"/>
            </a:endParaRPr>
          </a:p>
          <a:p>
            <a:pPr indent="0" lvl="0" marL="60960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Roboto"/>
              <a:ea typeface="Roboto"/>
              <a:cs typeface="Roboto"/>
              <a:sym typeface="Roboto"/>
            </a:endParaRPr>
          </a:p>
        </p:txBody>
      </p:sp>
      <p:sp>
        <p:nvSpPr>
          <p:cNvPr id="209" name="Google Shape;209;p29"/>
          <p:cNvSpPr txBox="1"/>
          <p:nvPr/>
        </p:nvSpPr>
        <p:spPr>
          <a:xfrm>
            <a:off x="651600" y="6057350"/>
            <a:ext cx="10627500" cy="78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900">
                <a:solidFill>
                  <a:schemeClr val="accent1"/>
                </a:solidFill>
                <a:latin typeface="Tahoma"/>
                <a:ea typeface="Tahoma"/>
                <a:cs typeface="Tahoma"/>
                <a:sym typeface="Tahoma"/>
              </a:rPr>
              <a:t>Collaborative doc for any questions you have of our data, or more broadly how to do the analysis in Python </a:t>
            </a:r>
            <a:r>
              <a:rPr b="1" lang="en-US" sz="1900">
                <a:solidFill>
                  <a:schemeClr val="accent1"/>
                </a:solidFill>
                <a:latin typeface="Tahoma"/>
                <a:ea typeface="Tahoma"/>
                <a:cs typeface="Tahoma"/>
                <a:sym typeface="Tahoma"/>
              </a:rPr>
              <a:t>https://pad.carpentries.org/unserious</a:t>
            </a:r>
            <a:endParaRPr b="1" sz="1900">
              <a:solidFill>
                <a:schemeClr val="accent1"/>
              </a:solidFill>
              <a:latin typeface="Tahoma"/>
              <a:ea typeface="Tahoma"/>
              <a:cs typeface="Tahoma"/>
              <a:sym typeface="Tahom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0"/>
          <p:cNvSpPr txBox="1"/>
          <p:nvPr>
            <p:ph idx="1" type="body"/>
          </p:nvPr>
        </p:nvSpPr>
        <p:spPr>
          <a:xfrm>
            <a:off x="334600" y="1392233"/>
            <a:ext cx="11522700" cy="5002500"/>
          </a:xfrm>
          <a:prstGeom prst="rect">
            <a:avLst/>
          </a:prstGeom>
          <a:noFill/>
          <a:ln>
            <a:noFill/>
          </a:ln>
        </p:spPr>
        <p:txBody>
          <a:bodyPr anchorCtr="0" anchor="t" bIns="121900" lIns="121900" spcFirstLastPara="1" rIns="121900" wrap="square" tIns="121900">
            <a:noAutofit/>
          </a:bodyPr>
          <a:lstStyle/>
          <a:p>
            <a:pPr indent="0" lvl="0" marL="0" rtl="0" algn="l">
              <a:lnSpc>
                <a:spcPct val="150000"/>
              </a:lnSpc>
              <a:spcBef>
                <a:spcPts val="0"/>
              </a:spcBef>
              <a:spcAft>
                <a:spcPts val="0"/>
              </a:spcAft>
              <a:buNone/>
            </a:pPr>
            <a:r>
              <a:rPr b="1" lang="en-US" sz="2700">
                <a:solidFill>
                  <a:schemeClr val="dk1"/>
                </a:solidFill>
              </a:rPr>
              <a:t>Does the appearance of JHU in the movies effect application rates?</a:t>
            </a:r>
            <a:endParaRPr sz="2800">
              <a:solidFill>
                <a:schemeClr val="dk1"/>
              </a:solidFill>
            </a:endParaRPr>
          </a:p>
          <a:p>
            <a:pPr indent="0" lvl="0" marL="0" rtl="0" algn="l">
              <a:lnSpc>
                <a:spcPct val="115000"/>
              </a:lnSpc>
              <a:spcBef>
                <a:spcPts val="0"/>
              </a:spcBef>
              <a:spcAft>
                <a:spcPts val="0"/>
              </a:spcAft>
              <a:buSzPts val="2400"/>
              <a:buNone/>
            </a:pPr>
            <a:r>
              <a:t/>
            </a:r>
            <a:endParaRPr sz="800">
              <a:solidFill>
                <a:schemeClr val="dk1"/>
              </a:solidFill>
            </a:endParaRPr>
          </a:p>
          <a:p>
            <a:pPr indent="-457200" lvl="0" marL="609600" rtl="0" algn="l">
              <a:lnSpc>
                <a:spcPct val="115000"/>
              </a:lnSpc>
              <a:spcBef>
                <a:spcPts val="0"/>
              </a:spcBef>
              <a:spcAft>
                <a:spcPts val="0"/>
              </a:spcAft>
              <a:buClr>
                <a:schemeClr val="dk1"/>
              </a:buClr>
              <a:buSzPts val="2400"/>
              <a:buChar char="●"/>
            </a:pPr>
            <a:r>
              <a:rPr lang="en-US">
                <a:solidFill>
                  <a:schemeClr val="dk1"/>
                </a:solidFill>
              </a:rPr>
              <a:t>What do we need for data?</a:t>
            </a:r>
            <a:endParaRPr>
              <a:solidFill>
                <a:schemeClr val="dk1"/>
              </a:solidFill>
            </a:endParaRPr>
          </a:p>
          <a:p>
            <a:pPr indent="-438150" lvl="1" marL="1219200" rtl="0" algn="l">
              <a:lnSpc>
                <a:spcPct val="115000"/>
              </a:lnSpc>
              <a:spcBef>
                <a:spcPts val="0"/>
              </a:spcBef>
              <a:spcAft>
                <a:spcPts val="0"/>
              </a:spcAft>
              <a:buClr>
                <a:schemeClr val="dk2"/>
              </a:buClr>
              <a:buSzPts val="2100"/>
              <a:buChar char="○"/>
            </a:pPr>
            <a:r>
              <a:rPr lang="en-US" sz="2100">
                <a:solidFill>
                  <a:schemeClr val="dk2"/>
                </a:solidFill>
              </a:rPr>
              <a:t>List of JHU appearances in film</a:t>
            </a:r>
            <a:endParaRPr sz="2100">
              <a:solidFill>
                <a:schemeClr val="dk2"/>
              </a:solidFill>
            </a:endParaRPr>
          </a:p>
          <a:p>
            <a:pPr indent="-438150" lvl="1" marL="1219200" rtl="0" algn="l">
              <a:lnSpc>
                <a:spcPct val="115000"/>
              </a:lnSpc>
              <a:spcBef>
                <a:spcPts val="0"/>
              </a:spcBef>
              <a:spcAft>
                <a:spcPts val="0"/>
              </a:spcAft>
              <a:buClr>
                <a:schemeClr val="dk2"/>
              </a:buClr>
              <a:buSzPts val="2100"/>
              <a:buChar char="○"/>
            </a:pPr>
            <a:r>
              <a:rPr lang="en-US" sz="2100">
                <a:solidFill>
                  <a:schemeClr val="dk2"/>
                </a:solidFill>
              </a:rPr>
              <a:t>application rates</a:t>
            </a:r>
            <a:endParaRPr sz="2100">
              <a:solidFill>
                <a:schemeClr val="dk2"/>
              </a:solidFill>
            </a:endParaRPr>
          </a:p>
          <a:p>
            <a:pPr indent="0" lvl="0" marL="1219200" rtl="0" algn="l">
              <a:lnSpc>
                <a:spcPct val="115000"/>
              </a:lnSpc>
              <a:spcBef>
                <a:spcPts val="0"/>
              </a:spcBef>
              <a:spcAft>
                <a:spcPts val="0"/>
              </a:spcAft>
              <a:buSzPts val="2400"/>
              <a:buNone/>
            </a:pPr>
            <a:r>
              <a:t/>
            </a:r>
            <a:endParaRPr sz="800">
              <a:solidFill>
                <a:schemeClr val="dk1"/>
              </a:solidFill>
            </a:endParaRPr>
          </a:p>
          <a:p>
            <a:pPr indent="-457200" lvl="0" marL="609600" rtl="0" algn="l">
              <a:lnSpc>
                <a:spcPct val="115000"/>
              </a:lnSpc>
              <a:spcBef>
                <a:spcPts val="0"/>
              </a:spcBef>
              <a:spcAft>
                <a:spcPts val="0"/>
              </a:spcAft>
              <a:buClr>
                <a:schemeClr val="dk1"/>
              </a:buClr>
              <a:buSzPts val="2400"/>
              <a:buChar char="●"/>
            </a:pPr>
            <a:r>
              <a:rPr lang="en-US">
                <a:solidFill>
                  <a:schemeClr val="dk1"/>
                </a:solidFill>
              </a:rPr>
              <a:t>What about time?</a:t>
            </a:r>
            <a:endParaRPr>
              <a:solidFill>
                <a:schemeClr val="dk1"/>
              </a:solidFill>
            </a:endParaRPr>
          </a:p>
          <a:p>
            <a:pPr indent="-438150" lvl="1" marL="1219200" rtl="0" algn="l">
              <a:lnSpc>
                <a:spcPct val="115000"/>
              </a:lnSpc>
              <a:spcBef>
                <a:spcPts val="0"/>
              </a:spcBef>
              <a:spcAft>
                <a:spcPts val="0"/>
              </a:spcAft>
              <a:buClr>
                <a:schemeClr val="dk2"/>
              </a:buClr>
              <a:buSzPts val="2100"/>
              <a:buChar char="○"/>
            </a:pPr>
            <a:r>
              <a:rPr lang="en-US" sz="2100">
                <a:solidFill>
                  <a:schemeClr val="dk2"/>
                </a:solidFill>
              </a:rPr>
              <a:t>Appearance in film likely released before we see a change in applications</a:t>
            </a:r>
            <a:endParaRPr sz="2100">
              <a:solidFill>
                <a:schemeClr val="dk2"/>
              </a:solidFill>
            </a:endParaRPr>
          </a:p>
          <a:p>
            <a:pPr indent="-438150" lvl="2" marL="1828800" rtl="0" algn="l">
              <a:lnSpc>
                <a:spcPct val="115000"/>
              </a:lnSpc>
              <a:spcBef>
                <a:spcPts val="0"/>
              </a:spcBef>
              <a:spcAft>
                <a:spcPts val="0"/>
              </a:spcAft>
              <a:buClr>
                <a:schemeClr val="dk2"/>
              </a:buClr>
              <a:buSzPts val="2100"/>
              <a:buChar char="■"/>
            </a:pPr>
            <a:r>
              <a:rPr lang="en-US" sz="2100"/>
              <a:t>films by year</a:t>
            </a:r>
            <a:endParaRPr sz="2100"/>
          </a:p>
          <a:p>
            <a:pPr indent="-438150" lvl="2" marL="1828800" rtl="0" algn="l">
              <a:lnSpc>
                <a:spcPct val="115000"/>
              </a:lnSpc>
              <a:spcBef>
                <a:spcPts val="0"/>
              </a:spcBef>
              <a:spcAft>
                <a:spcPts val="0"/>
              </a:spcAft>
              <a:buSzPts val="2100"/>
              <a:buChar char="■"/>
            </a:pPr>
            <a:r>
              <a:rPr lang="en-US" sz="2100"/>
              <a:t>application rate by year </a:t>
            </a:r>
            <a:endParaRPr sz="2100"/>
          </a:p>
          <a:p>
            <a:pPr indent="-438150" lvl="3" marL="2438400" rtl="0" algn="l">
              <a:lnSpc>
                <a:spcPct val="115000"/>
              </a:lnSpc>
              <a:spcBef>
                <a:spcPts val="0"/>
              </a:spcBef>
              <a:spcAft>
                <a:spcPts val="0"/>
              </a:spcAft>
              <a:buSzPts val="2100"/>
              <a:buChar char="●"/>
            </a:pPr>
            <a:r>
              <a:rPr lang="en-US" sz="2100"/>
              <a:t>Find the application rate of the year after the film</a:t>
            </a:r>
            <a:endParaRPr sz="2100"/>
          </a:p>
          <a:p>
            <a:pPr indent="0" lvl="0" marL="0" rtl="0" algn="l">
              <a:lnSpc>
                <a:spcPct val="115000"/>
              </a:lnSpc>
              <a:spcBef>
                <a:spcPts val="500"/>
              </a:spcBef>
              <a:spcAft>
                <a:spcPts val="2100"/>
              </a:spcAft>
              <a:buSzPts val="2400"/>
              <a:buNone/>
            </a:pPr>
            <a:r>
              <a:t/>
            </a:r>
            <a:endParaRPr/>
          </a:p>
        </p:txBody>
      </p:sp>
      <p:sp>
        <p:nvSpPr>
          <p:cNvPr id="215" name="Google Shape;215;p30"/>
          <p:cNvSpPr txBox="1"/>
          <p:nvPr/>
        </p:nvSpPr>
        <p:spPr>
          <a:xfrm>
            <a:off x="581667" y="428633"/>
            <a:ext cx="10868700" cy="8619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4000"/>
              <a:buFont typeface="Arial"/>
              <a:buNone/>
            </a:pPr>
            <a:r>
              <a:rPr lang="en-US" sz="4000">
                <a:solidFill>
                  <a:schemeClr val="accent1"/>
                </a:solidFill>
                <a:latin typeface="Roboto"/>
                <a:ea typeface="Roboto"/>
                <a:cs typeface="Roboto"/>
                <a:sym typeface="Roboto"/>
              </a:rPr>
              <a:t>Finding the data</a:t>
            </a:r>
            <a:endParaRPr b="0" i="0" sz="4000" u="none" cap="none" strike="noStrike">
              <a:solidFill>
                <a:schemeClr val="accent1"/>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1"/>
          <p:cNvSpPr txBox="1"/>
          <p:nvPr>
            <p:ph idx="1" type="body"/>
          </p:nvPr>
        </p:nvSpPr>
        <p:spPr>
          <a:xfrm>
            <a:off x="334600" y="1392233"/>
            <a:ext cx="11522700" cy="5002500"/>
          </a:xfrm>
          <a:prstGeom prst="rect">
            <a:avLst/>
          </a:prstGeom>
          <a:noFill/>
          <a:ln>
            <a:noFill/>
          </a:ln>
        </p:spPr>
        <p:txBody>
          <a:bodyPr anchorCtr="0" anchor="t" bIns="121900" lIns="121900" spcFirstLastPara="1" rIns="121900" wrap="square" tIns="121900">
            <a:noAutofit/>
          </a:bodyPr>
          <a:lstStyle/>
          <a:p>
            <a:pPr indent="0" lvl="0" marL="0" rtl="0" algn="l">
              <a:lnSpc>
                <a:spcPct val="150000"/>
              </a:lnSpc>
              <a:spcBef>
                <a:spcPts val="0"/>
              </a:spcBef>
              <a:spcAft>
                <a:spcPts val="0"/>
              </a:spcAft>
              <a:buNone/>
            </a:pPr>
            <a:r>
              <a:rPr lang="en-US" sz="2700">
                <a:solidFill>
                  <a:schemeClr val="dk1"/>
                </a:solidFill>
              </a:rPr>
              <a:t>Does the appearance of JHU in the movies effect application rates?</a:t>
            </a:r>
            <a:endParaRPr sz="2800">
              <a:solidFill>
                <a:schemeClr val="dk1"/>
              </a:solidFill>
            </a:endParaRPr>
          </a:p>
          <a:p>
            <a:pPr indent="0" lvl="0" marL="0" rtl="0" algn="l">
              <a:lnSpc>
                <a:spcPct val="115000"/>
              </a:lnSpc>
              <a:spcBef>
                <a:spcPts val="0"/>
              </a:spcBef>
              <a:spcAft>
                <a:spcPts val="0"/>
              </a:spcAft>
              <a:buSzPts val="2400"/>
              <a:buNone/>
            </a:pPr>
            <a:r>
              <a:t/>
            </a:r>
            <a:endParaRPr sz="800">
              <a:solidFill>
                <a:schemeClr val="dk1"/>
              </a:solidFill>
            </a:endParaRPr>
          </a:p>
          <a:p>
            <a:pPr indent="-457200" lvl="0" marL="609600" rtl="0" algn="l">
              <a:lnSpc>
                <a:spcPct val="115000"/>
              </a:lnSpc>
              <a:spcBef>
                <a:spcPts val="0"/>
              </a:spcBef>
              <a:spcAft>
                <a:spcPts val="0"/>
              </a:spcAft>
              <a:buClr>
                <a:schemeClr val="dk1"/>
              </a:buClr>
              <a:buSzPts val="2400"/>
              <a:buChar char="●"/>
            </a:pPr>
            <a:r>
              <a:rPr lang="en-US">
                <a:solidFill>
                  <a:schemeClr val="dk1"/>
                </a:solidFill>
              </a:rPr>
              <a:t>Get the film list to match up with application rates</a:t>
            </a:r>
            <a:endParaRPr>
              <a:solidFill>
                <a:schemeClr val="dk1"/>
              </a:solidFill>
            </a:endParaRPr>
          </a:p>
          <a:p>
            <a:pPr indent="-438150" lvl="1" marL="1219200" rtl="0" algn="l">
              <a:lnSpc>
                <a:spcPct val="115000"/>
              </a:lnSpc>
              <a:spcBef>
                <a:spcPts val="0"/>
              </a:spcBef>
              <a:spcAft>
                <a:spcPts val="0"/>
              </a:spcAft>
              <a:buClr>
                <a:schemeClr val="dk2"/>
              </a:buClr>
              <a:buSzPts val="2100"/>
              <a:buChar char="○"/>
            </a:pPr>
            <a:r>
              <a:rPr lang="en-US" sz="2100">
                <a:solidFill>
                  <a:schemeClr val="dk2"/>
                </a:solidFill>
              </a:rPr>
              <a:t>Join</a:t>
            </a:r>
            <a:endParaRPr sz="2100">
              <a:solidFill>
                <a:schemeClr val="dk2"/>
              </a:solidFill>
            </a:endParaRPr>
          </a:p>
          <a:p>
            <a:pPr indent="0" lvl="0" marL="1219200" rtl="0" algn="l">
              <a:lnSpc>
                <a:spcPct val="115000"/>
              </a:lnSpc>
              <a:spcBef>
                <a:spcPts val="0"/>
              </a:spcBef>
              <a:spcAft>
                <a:spcPts val="0"/>
              </a:spcAft>
              <a:buSzPts val="2400"/>
              <a:buNone/>
            </a:pPr>
            <a:r>
              <a:t/>
            </a:r>
            <a:endParaRPr sz="800">
              <a:solidFill>
                <a:schemeClr val="dk1"/>
              </a:solidFill>
            </a:endParaRPr>
          </a:p>
          <a:p>
            <a:pPr indent="-457200" lvl="0" marL="609600" rtl="0" algn="l">
              <a:lnSpc>
                <a:spcPct val="115000"/>
              </a:lnSpc>
              <a:spcBef>
                <a:spcPts val="0"/>
              </a:spcBef>
              <a:spcAft>
                <a:spcPts val="0"/>
              </a:spcAft>
              <a:buClr>
                <a:schemeClr val="dk1"/>
              </a:buClr>
              <a:buSzPts val="2400"/>
              <a:buChar char="●"/>
            </a:pPr>
            <a:r>
              <a:rPr lang="en-US">
                <a:solidFill>
                  <a:schemeClr val="dk1"/>
                </a:solidFill>
              </a:rPr>
              <a:t>Get only the application rate for the years of the films</a:t>
            </a:r>
            <a:endParaRPr>
              <a:solidFill>
                <a:schemeClr val="dk1"/>
              </a:solidFill>
            </a:endParaRPr>
          </a:p>
          <a:p>
            <a:pPr indent="-438150" lvl="1" marL="1219200" rtl="0" algn="l">
              <a:lnSpc>
                <a:spcPct val="115000"/>
              </a:lnSpc>
              <a:spcBef>
                <a:spcPts val="0"/>
              </a:spcBef>
              <a:spcAft>
                <a:spcPts val="0"/>
              </a:spcAft>
              <a:buClr>
                <a:schemeClr val="dk2"/>
              </a:buClr>
              <a:buSzPts val="2100"/>
              <a:buChar char="○"/>
            </a:pPr>
            <a:r>
              <a:rPr lang="en-US" sz="2100">
                <a:solidFill>
                  <a:schemeClr val="dk2"/>
                </a:solidFill>
              </a:rPr>
              <a:t>Filter</a:t>
            </a:r>
            <a:endParaRPr sz="2100">
              <a:solidFill>
                <a:schemeClr val="dk2"/>
              </a:solidFill>
            </a:endParaRPr>
          </a:p>
          <a:p>
            <a:pPr indent="-438150" lvl="1" marL="1219200" rtl="0" algn="l">
              <a:lnSpc>
                <a:spcPct val="115000"/>
              </a:lnSpc>
              <a:spcBef>
                <a:spcPts val="0"/>
              </a:spcBef>
              <a:spcAft>
                <a:spcPts val="0"/>
              </a:spcAft>
              <a:buClr>
                <a:schemeClr val="dk2"/>
              </a:buClr>
              <a:buSzPts val="2100"/>
              <a:buChar char="○"/>
            </a:pPr>
            <a:r>
              <a:rPr lang="en-US" sz="2100">
                <a:solidFill>
                  <a:schemeClr val="dk2"/>
                </a:solidFill>
              </a:rPr>
              <a:t>Create new dataframe</a:t>
            </a:r>
            <a:endParaRPr sz="2100">
              <a:solidFill>
                <a:schemeClr val="dk2"/>
              </a:solidFill>
            </a:endParaRPr>
          </a:p>
          <a:p>
            <a:pPr indent="0" lvl="0" marL="1219200" rtl="0" algn="l">
              <a:lnSpc>
                <a:spcPct val="115000"/>
              </a:lnSpc>
              <a:spcBef>
                <a:spcPts val="0"/>
              </a:spcBef>
              <a:spcAft>
                <a:spcPts val="0"/>
              </a:spcAft>
              <a:buSzPts val="2400"/>
              <a:buNone/>
            </a:pPr>
            <a:r>
              <a:t/>
            </a:r>
            <a:endParaRPr sz="800">
              <a:solidFill>
                <a:schemeClr val="dk1"/>
              </a:solidFill>
            </a:endParaRPr>
          </a:p>
          <a:p>
            <a:pPr indent="-457200" lvl="0" marL="609600" rtl="0" algn="l">
              <a:lnSpc>
                <a:spcPct val="115000"/>
              </a:lnSpc>
              <a:spcBef>
                <a:spcPts val="0"/>
              </a:spcBef>
              <a:spcAft>
                <a:spcPts val="0"/>
              </a:spcAft>
              <a:buClr>
                <a:schemeClr val="dk1"/>
              </a:buClr>
              <a:buSzPts val="2400"/>
              <a:buChar char="●"/>
            </a:pPr>
            <a:r>
              <a:rPr lang="en-US">
                <a:solidFill>
                  <a:schemeClr val="dk1"/>
                </a:solidFill>
              </a:rPr>
              <a:t>Visualize the results</a:t>
            </a:r>
            <a:endParaRPr>
              <a:solidFill>
                <a:schemeClr val="dk1"/>
              </a:solidFill>
            </a:endParaRPr>
          </a:p>
          <a:p>
            <a:pPr indent="-438150" lvl="1" marL="1219200" rtl="0" algn="l">
              <a:lnSpc>
                <a:spcPct val="115000"/>
              </a:lnSpc>
              <a:spcBef>
                <a:spcPts val="0"/>
              </a:spcBef>
              <a:spcAft>
                <a:spcPts val="0"/>
              </a:spcAft>
              <a:buClr>
                <a:schemeClr val="dk2"/>
              </a:buClr>
              <a:buSzPts val="2100"/>
              <a:buChar char="○"/>
            </a:pPr>
            <a:r>
              <a:rPr lang="en-US" sz="2100">
                <a:solidFill>
                  <a:schemeClr val="dk2"/>
                </a:solidFill>
              </a:rPr>
              <a:t>ggplot2 (what is this in Python?)</a:t>
            </a:r>
            <a:endParaRPr sz="2100">
              <a:solidFill>
                <a:schemeClr val="dk2"/>
              </a:solidFill>
            </a:endParaRPr>
          </a:p>
          <a:p>
            <a:pPr indent="-438150" lvl="1" marL="1219200" rtl="0" algn="l">
              <a:lnSpc>
                <a:spcPct val="115000"/>
              </a:lnSpc>
              <a:spcBef>
                <a:spcPts val="0"/>
              </a:spcBef>
              <a:spcAft>
                <a:spcPts val="0"/>
              </a:spcAft>
              <a:buClr>
                <a:schemeClr val="dk2"/>
              </a:buClr>
              <a:buSzPts val="2100"/>
              <a:buChar char="○"/>
            </a:pPr>
            <a:r>
              <a:rPr lang="en-US" sz="2100">
                <a:solidFill>
                  <a:schemeClr val="dk2"/>
                </a:solidFill>
              </a:rPr>
              <a:t>Line graph of movies with a different color for each one over a bar graph of application rates</a:t>
            </a:r>
            <a:endParaRPr sz="2100">
              <a:solidFill>
                <a:schemeClr val="dk2"/>
              </a:solidFill>
            </a:endParaRPr>
          </a:p>
          <a:p>
            <a:pPr indent="0" lvl="0" marL="0" rtl="0" algn="l">
              <a:lnSpc>
                <a:spcPct val="115000"/>
              </a:lnSpc>
              <a:spcBef>
                <a:spcPts val="0"/>
              </a:spcBef>
              <a:spcAft>
                <a:spcPts val="0"/>
              </a:spcAft>
              <a:buNone/>
            </a:pPr>
            <a:r>
              <a:t/>
            </a:r>
            <a:endParaRPr sz="2800">
              <a:solidFill>
                <a:schemeClr val="dk2"/>
              </a:solidFill>
            </a:endParaRPr>
          </a:p>
          <a:p>
            <a:pPr indent="0" lvl="0" marL="0" rtl="0" algn="l">
              <a:lnSpc>
                <a:spcPct val="115000"/>
              </a:lnSpc>
              <a:spcBef>
                <a:spcPts val="0"/>
              </a:spcBef>
              <a:spcAft>
                <a:spcPts val="0"/>
              </a:spcAft>
              <a:buSzPts val="2400"/>
              <a:buNone/>
            </a:pPr>
            <a:r>
              <a:t/>
            </a:r>
            <a:endParaRPr>
              <a:solidFill>
                <a:schemeClr val="dk1"/>
              </a:solidFill>
            </a:endParaRPr>
          </a:p>
          <a:p>
            <a:pPr indent="0" lvl="0" marL="1600200" rtl="0" algn="l">
              <a:lnSpc>
                <a:spcPct val="98181"/>
              </a:lnSpc>
              <a:spcBef>
                <a:spcPts val="300"/>
              </a:spcBef>
              <a:spcAft>
                <a:spcPts val="0"/>
              </a:spcAft>
              <a:buSzPts val="2400"/>
              <a:buNone/>
            </a:pPr>
            <a:r>
              <a:t/>
            </a:r>
            <a:endParaRPr sz="1900">
              <a:solidFill>
                <a:srgbClr val="404040"/>
              </a:solidFill>
              <a:latin typeface="Calibri"/>
              <a:ea typeface="Calibri"/>
              <a:cs typeface="Calibri"/>
              <a:sym typeface="Calibri"/>
            </a:endParaRPr>
          </a:p>
          <a:p>
            <a:pPr indent="0" lvl="0" marL="1600200" rtl="0" algn="l">
              <a:lnSpc>
                <a:spcPct val="98181"/>
              </a:lnSpc>
              <a:spcBef>
                <a:spcPts val="500"/>
              </a:spcBef>
              <a:spcAft>
                <a:spcPts val="0"/>
              </a:spcAft>
              <a:buSzPts val="2400"/>
              <a:buNone/>
            </a:pPr>
            <a:r>
              <a:t/>
            </a:r>
            <a:endParaRPr sz="1900">
              <a:solidFill>
                <a:srgbClr val="404040"/>
              </a:solidFill>
              <a:latin typeface="Calibri"/>
              <a:ea typeface="Calibri"/>
              <a:cs typeface="Calibri"/>
              <a:sym typeface="Calibri"/>
            </a:endParaRPr>
          </a:p>
          <a:p>
            <a:pPr indent="0" lvl="0" marL="0" rtl="0" algn="l">
              <a:lnSpc>
                <a:spcPct val="115000"/>
              </a:lnSpc>
              <a:spcBef>
                <a:spcPts val="500"/>
              </a:spcBef>
              <a:spcAft>
                <a:spcPts val="2100"/>
              </a:spcAft>
              <a:buSzPts val="2400"/>
              <a:buNone/>
            </a:pPr>
            <a:r>
              <a:t/>
            </a:r>
            <a:endParaRPr/>
          </a:p>
        </p:txBody>
      </p:sp>
      <p:sp>
        <p:nvSpPr>
          <p:cNvPr id="221" name="Google Shape;221;p31"/>
          <p:cNvSpPr txBox="1"/>
          <p:nvPr/>
        </p:nvSpPr>
        <p:spPr>
          <a:xfrm>
            <a:off x="581667" y="428633"/>
            <a:ext cx="10868700" cy="8619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4000"/>
              <a:buFont typeface="Arial"/>
              <a:buNone/>
            </a:pPr>
            <a:r>
              <a:rPr b="0" i="0" lang="en-US" sz="4000" u="none" cap="none" strike="noStrike">
                <a:solidFill>
                  <a:schemeClr val="accent1"/>
                </a:solidFill>
                <a:latin typeface="Roboto"/>
                <a:ea typeface="Roboto"/>
                <a:cs typeface="Roboto"/>
                <a:sym typeface="Roboto"/>
              </a:rPr>
              <a:t>Translating </a:t>
            </a:r>
            <a:r>
              <a:rPr lang="en-US" sz="4000">
                <a:solidFill>
                  <a:schemeClr val="accent1"/>
                </a:solidFill>
                <a:latin typeface="Roboto"/>
                <a:ea typeface="Roboto"/>
                <a:cs typeface="Roboto"/>
                <a:sym typeface="Roboto"/>
              </a:rPr>
              <a:t>data </a:t>
            </a:r>
            <a:r>
              <a:rPr b="0" i="0" lang="en-US" sz="4000" u="none" cap="none" strike="noStrike">
                <a:solidFill>
                  <a:schemeClr val="accent1"/>
                </a:solidFill>
                <a:latin typeface="Roboto"/>
                <a:ea typeface="Roboto"/>
                <a:cs typeface="Roboto"/>
                <a:sym typeface="Roboto"/>
              </a:rPr>
              <a:t>to computation</a:t>
            </a:r>
            <a:endParaRPr b="0" i="0" sz="4000" u="none" cap="none" strike="noStrike">
              <a:solidFill>
                <a:schemeClr val="accent1"/>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2"/>
          <p:cNvSpPr txBox="1"/>
          <p:nvPr>
            <p:ph idx="1" type="body"/>
          </p:nvPr>
        </p:nvSpPr>
        <p:spPr>
          <a:xfrm>
            <a:off x="334600" y="1392233"/>
            <a:ext cx="11522700" cy="5002500"/>
          </a:xfrm>
          <a:prstGeom prst="rect">
            <a:avLst/>
          </a:prstGeom>
          <a:noFill/>
          <a:ln>
            <a:noFill/>
          </a:ln>
        </p:spPr>
        <p:txBody>
          <a:bodyPr anchorCtr="0" anchor="t" bIns="121900" lIns="121900" spcFirstLastPara="1" rIns="121900" wrap="square" tIns="121900">
            <a:noAutofit/>
          </a:bodyPr>
          <a:lstStyle/>
          <a:p>
            <a:pPr indent="0" lvl="0" marL="0" rtl="0" algn="l">
              <a:lnSpc>
                <a:spcPct val="150000"/>
              </a:lnSpc>
              <a:spcBef>
                <a:spcPts val="0"/>
              </a:spcBef>
              <a:spcAft>
                <a:spcPts val="0"/>
              </a:spcAft>
              <a:buNone/>
            </a:pPr>
            <a:r>
              <a:rPr lang="en-US" sz="2700">
                <a:solidFill>
                  <a:schemeClr val="dk1"/>
                </a:solidFill>
              </a:rPr>
              <a:t>Does the appearance of JHU in the movies affect application rates?</a:t>
            </a:r>
            <a:endParaRPr sz="2800">
              <a:solidFill>
                <a:schemeClr val="dk1"/>
              </a:solidFill>
            </a:endParaRPr>
          </a:p>
          <a:p>
            <a:pPr indent="0" lvl="0" marL="0" rtl="0" algn="l">
              <a:lnSpc>
                <a:spcPct val="115000"/>
              </a:lnSpc>
              <a:spcBef>
                <a:spcPts val="0"/>
              </a:spcBef>
              <a:spcAft>
                <a:spcPts val="0"/>
              </a:spcAft>
              <a:buSzPts val="2400"/>
              <a:buNone/>
            </a:pPr>
            <a:r>
              <a:t/>
            </a:r>
            <a:endParaRPr sz="800">
              <a:solidFill>
                <a:schemeClr val="dk1"/>
              </a:solidFill>
            </a:endParaRPr>
          </a:p>
          <a:p>
            <a:pPr indent="-457200" lvl="0" marL="609600" rtl="0" algn="l">
              <a:lnSpc>
                <a:spcPct val="115000"/>
              </a:lnSpc>
              <a:spcBef>
                <a:spcPts val="0"/>
              </a:spcBef>
              <a:spcAft>
                <a:spcPts val="0"/>
              </a:spcAft>
              <a:buClr>
                <a:schemeClr val="dk1"/>
              </a:buClr>
              <a:buSzPts val="2400"/>
              <a:buChar char="●"/>
            </a:pPr>
            <a:r>
              <a:rPr lang="en-US">
                <a:solidFill>
                  <a:schemeClr val="dk1"/>
                </a:solidFill>
              </a:rPr>
              <a:t>Data sources we have:</a:t>
            </a:r>
            <a:endParaRPr>
              <a:solidFill>
                <a:schemeClr val="dk1"/>
              </a:solidFill>
            </a:endParaRPr>
          </a:p>
          <a:p>
            <a:pPr indent="-425450" lvl="1" marL="1219200" rtl="0" algn="l">
              <a:lnSpc>
                <a:spcPct val="115000"/>
              </a:lnSpc>
              <a:spcBef>
                <a:spcPts val="0"/>
              </a:spcBef>
              <a:spcAft>
                <a:spcPts val="0"/>
              </a:spcAft>
              <a:buClr>
                <a:schemeClr val="dk1"/>
              </a:buClr>
              <a:buSzPts val="1900"/>
              <a:buChar char="○"/>
            </a:pPr>
            <a:r>
              <a:rPr lang="en-US"/>
              <a:t>List of films and shows that feature JHU from JHU blog post</a:t>
            </a:r>
            <a:endParaRPr/>
          </a:p>
          <a:p>
            <a:pPr indent="-425450" lvl="1" marL="1219200" rtl="0" algn="l">
              <a:lnSpc>
                <a:spcPct val="115000"/>
              </a:lnSpc>
              <a:spcBef>
                <a:spcPts val="0"/>
              </a:spcBef>
              <a:spcAft>
                <a:spcPts val="0"/>
              </a:spcAft>
              <a:buClr>
                <a:schemeClr val="dk1"/>
              </a:buClr>
              <a:buSzPts val="1900"/>
              <a:buChar char="○"/>
            </a:pPr>
            <a:r>
              <a:rPr lang="en-US"/>
              <a:t>Application and acceptance data from IPEDs</a:t>
            </a:r>
            <a:endParaRPr/>
          </a:p>
          <a:p>
            <a:pPr indent="-425450" lvl="1" marL="1219200" rtl="0" algn="l">
              <a:lnSpc>
                <a:spcPct val="115000"/>
              </a:lnSpc>
              <a:spcBef>
                <a:spcPts val="0"/>
              </a:spcBef>
              <a:spcAft>
                <a:spcPts val="0"/>
              </a:spcAft>
              <a:buSzPts val="1900"/>
              <a:buChar char="○"/>
            </a:pPr>
            <a:r>
              <a:rPr lang="en-US"/>
              <a:t>Information about films from IMDB</a:t>
            </a:r>
            <a:endParaRPr/>
          </a:p>
          <a:p>
            <a:pPr indent="-457200" lvl="0" marL="609600" rtl="0" algn="l">
              <a:lnSpc>
                <a:spcPct val="115000"/>
              </a:lnSpc>
              <a:spcBef>
                <a:spcPts val="0"/>
              </a:spcBef>
              <a:spcAft>
                <a:spcPts val="0"/>
              </a:spcAft>
              <a:buSzPts val="2400"/>
              <a:buChar char="●"/>
            </a:pPr>
            <a:r>
              <a:rPr lang="en-US"/>
              <a:t>How do we get this data to “talk to each other”? What preparation do we need to do to be ready to answer our research question?</a:t>
            </a:r>
            <a:endParaRPr/>
          </a:p>
          <a:p>
            <a:pPr indent="0" lvl="0" marL="0" rtl="0" algn="l">
              <a:lnSpc>
                <a:spcPct val="115000"/>
              </a:lnSpc>
              <a:spcBef>
                <a:spcPts val="0"/>
              </a:spcBef>
              <a:spcAft>
                <a:spcPts val="0"/>
              </a:spcAft>
              <a:buSzPts val="2400"/>
              <a:buNone/>
            </a:pPr>
            <a:r>
              <a:t/>
            </a:r>
            <a:endParaRPr>
              <a:solidFill>
                <a:schemeClr val="dk1"/>
              </a:solidFill>
            </a:endParaRPr>
          </a:p>
          <a:p>
            <a:pPr indent="0" lvl="0" marL="1600200" rtl="0" algn="l">
              <a:lnSpc>
                <a:spcPct val="98181"/>
              </a:lnSpc>
              <a:spcBef>
                <a:spcPts val="300"/>
              </a:spcBef>
              <a:spcAft>
                <a:spcPts val="0"/>
              </a:spcAft>
              <a:buSzPts val="2400"/>
              <a:buNone/>
            </a:pPr>
            <a:r>
              <a:t/>
            </a:r>
            <a:endParaRPr sz="1900">
              <a:solidFill>
                <a:srgbClr val="404040"/>
              </a:solidFill>
              <a:latin typeface="Calibri"/>
              <a:ea typeface="Calibri"/>
              <a:cs typeface="Calibri"/>
              <a:sym typeface="Calibri"/>
            </a:endParaRPr>
          </a:p>
          <a:p>
            <a:pPr indent="0" lvl="0" marL="1600200" rtl="0" algn="l">
              <a:lnSpc>
                <a:spcPct val="98181"/>
              </a:lnSpc>
              <a:spcBef>
                <a:spcPts val="500"/>
              </a:spcBef>
              <a:spcAft>
                <a:spcPts val="0"/>
              </a:spcAft>
              <a:buSzPts val="2400"/>
              <a:buNone/>
            </a:pPr>
            <a:r>
              <a:t/>
            </a:r>
            <a:endParaRPr sz="1900">
              <a:solidFill>
                <a:srgbClr val="404040"/>
              </a:solidFill>
              <a:latin typeface="Calibri"/>
              <a:ea typeface="Calibri"/>
              <a:cs typeface="Calibri"/>
              <a:sym typeface="Calibri"/>
            </a:endParaRPr>
          </a:p>
          <a:p>
            <a:pPr indent="0" lvl="0" marL="0" rtl="0" algn="l">
              <a:lnSpc>
                <a:spcPct val="115000"/>
              </a:lnSpc>
              <a:spcBef>
                <a:spcPts val="500"/>
              </a:spcBef>
              <a:spcAft>
                <a:spcPts val="2100"/>
              </a:spcAft>
              <a:buSzPts val="2400"/>
              <a:buNone/>
            </a:pPr>
            <a:r>
              <a:t/>
            </a:r>
            <a:endParaRPr/>
          </a:p>
        </p:txBody>
      </p:sp>
      <p:sp>
        <p:nvSpPr>
          <p:cNvPr id="227" name="Google Shape;227;p32"/>
          <p:cNvSpPr txBox="1"/>
          <p:nvPr/>
        </p:nvSpPr>
        <p:spPr>
          <a:xfrm>
            <a:off x="581667" y="428633"/>
            <a:ext cx="10868700" cy="8619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4000"/>
              <a:buFont typeface="Arial"/>
              <a:buNone/>
            </a:pPr>
            <a:r>
              <a:rPr b="0" i="0" lang="en-US" sz="4000" u="none" cap="none" strike="noStrike">
                <a:solidFill>
                  <a:schemeClr val="accent1"/>
                </a:solidFill>
                <a:latin typeface="Roboto"/>
                <a:ea typeface="Roboto"/>
                <a:cs typeface="Roboto"/>
                <a:sym typeface="Roboto"/>
              </a:rPr>
              <a:t>Translating </a:t>
            </a:r>
            <a:r>
              <a:rPr lang="en-US" sz="4000">
                <a:solidFill>
                  <a:schemeClr val="accent1"/>
                </a:solidFill>
                <a:latin typeface="Roboto"/>
                <a:ea typeface="Roboto"/>
                <a:cs typeface="Roboto"/>
                <a:sym typeface="Roboto"/>
              </a:rPr>
              <a:t>data </a:t>
            </a:r>
            <a:r>
              <a:rPr b="0" i="0" lang="en-US" sz="4000" u="none" cap="none" strike="noStrike">
                <a:solidFill>
                  <a:schemeClr val="accent1"/>
                </a:solidFill>
                <a:latin typeface="Roboto"/>
                <a:ea typeface="Roboto"/>
                <a:cs typeface="Roboto"/>
                <a:sym typeface="Roboto"/>
              </a:rPr>
              <a:t>to computation</a:t>
            </a:r>
            <a:endParaRPr b="0" i="0" sz="4000" u="none" cap="none" strike="noStrike">
              <a:solidFill>
                <a:schemeClr val="accent1"/>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3"/>
          <p:cNvSpPr txBox="1"/>
          <p:nvPr>
            <p:ph idx="1" type="body"/>
          </p:nvPr>
        </p:nvSpPr>
        <p:spPr>
          <a:xfrm>
            <a:off x="334600" y="1392233"/>
            <a:ext cx="11522700" cy="5002500"/>
          </a:xfrm>
          <a:prstGeom prst="rect">
            <a:avLst/>
          </a:prstGeom>
          <a:noFill/>
          <a:ln>
            <a:noFill/>
          </a:ln>
        </p:spPr>
        <p:txBody>
          <a:bodyPr anchorCtr="0" anchor="t" bIns="121900" lIns="121900" spcFirstLastPara="1" rIns="121900" wrap="square" tIns="121900">
            <a:noAutofit/>
          </a:bodyPr>
          <a:lstStyle/>
          <a:p>
            <a:pPr indent="0" lvl="0" marL="0" rtl="0" algn="l">
              <a:lnSpc>
                <a:spcPct val="150000"/>
              </a:lnSpc>
              <a:spcBef>
                <a:spcPts val="0"/>
              </a:spcBef>
              <a:spcAft>
                <a:spcPts val="0"/>
              </a:spcAft>
              <a:buNone/>
            </a:pPr>
            <a:r>
              <a:rPr lang="en-US" sz="2700">
                <a:solidFill>
                  <a:schemeClr val="dk1"/>
                </a:solidFill>
              </a:rPr>
              <a:t>Does the appearance of JHU in the movies affect application rates?</a:t>
            </a:r>
            <a:endParaRPr sz="2800">
              <a:solidFill>
                <a:schemeClr val="dk1"/>
              </a:solidFill>
            </a:endParaRPr>
          </a:p>
          <a:p>
            <a:pPr indent="-355600" lvl="0" marL="457200" rtl="0" algn="l">
              <a:spcBef>
                <a:spcPts val="0"/>
              </a:spcBef>
              <a:spcAft>
                <a:spcPts val="0"/>
              </a:spcAft>
              <a:buClr>
                <a:schemeClr val="dk1"/>
              </a:buClr>
              <a:buSzPts val="2000"/>
              <a:buChar char="●"/>
            </a:pPr>
            <a:r>
              <a:rPr lang="en-US" sz="2000">
                <a:solidFill>
                  <a:schemeClr val="dk1"/>
                </a:solidFill>
              </a:rPr>
              <a:t>List of films and shows that feature JHU from JHU blog post</a:t>
            </a:r>
            <a:endParaRPr sz="2000">
              <a:solidFill>
                <a:schemeClr val="dk1"/>
              </a:solidFill>
            </a:endParaRPr>
          </a:p>
          <a:p>
            <a:pPr indent="-355600" lvl="1" marL="914400" rtl="0" algn="l">
              <a:spcBef>
                <a:spcPts val="0"/>
              </a:spcBef>
              <a:spcAft>
                <a:spcPts val="0"/>
              </a:spcAft>
              <a:buClr>
                <a:schemeClr val="dk1"/>
              </a:buClr>
              <a:buSzPts val="2000"/>
              <a:buChar char="○"/>
            </a:pPr>
            <a:r>
              <a:rPr lang="en-US"/>
              <a:t>Scrape title and year from website</a:t>
            </a:r>
            <a:endParaRPr/>
          </a:p>
          <a:p>
            <a:pPr indent="-381000" lvl="0" marL="457200" rtl="0" algn="l">
              <a:spcBef>
                <a:spcPts val="0"/>
              </a:spcBef>
              <a:spcAft>
                <a:spcPts val="0"/>
              </a:spcAft>
              <a:buClr>
                <a:schemeClr val="dk1"/>
              </a:buClr>
              <a:buSzPts val="2400"/>
              <a:buChar char="●"/>
            </a:pPr>
            <a:r>
              <a:rPr lang="en-US" sz="2000">
                <a:solidFill>
                  <a:schemeClr val="dk1"/>
                </a:solidFill>
              </a:rPr>
              <a:t>Application and acceptance data from IPEDs</a:t>
            </a:r>
            <a:endParaRPr sz="2000">
              <a:solidFill>
                <a:schemeClr val="dk1"/>
              </a:solidFill>
            </a:endParaRPr>
          </a:p>
          <a:p>
            <a:pPr indent="-355600" lvl="1" marL="914400" rtl="0" algn="l">
              <a:spcBef>
                <a:spcPts val="0"/>
              </a:spcBef>
              <a:spcAft>
                <a:spcPts val="0"/>
              </a:spcAft>
              <a:buSzPts val="2000"/>
              <a:buChar char="○"/>
            </a:pPr>
            <a:r>
              <a:rPr lang="en-US"/>
              <a:t>Download the data for the years that our movies and shows span</a:t>
            </a:r>
            <a:endParaRPr/>
          </a:p>
          <a:p>
            <a:pPr indent="-349250" lvl="1" marL="914400" rtl="0" algn="l">
              <a:spcBef>
                <a:spcPts val="0"/>
              </a:spcBef>
              <a:spcAft>
                <a:spcPts val="0"/>
              </a:spcAft>
              <a:buSzPts val="1900"/>
              <a:buChar char="○"/>
            </a:pPr>
            <a:r>
              <a:rPr lang="en-US"/>
              <a:t>Combine the data from all years</a:t>
            </a:r>
            <a:endParaRPr/>
          </a:p>
          <a:p>
            <a:pPr indent="-349250" lvl="1" marL="914400" rtl="0" algn="l">
              <a:spcBef>
                <a:spcPts val="0"/>
              </a:spcBef>
              <a:spcAft>
                <a:spcPts val="0"/>
              </a:spcAft>
              <a:buSzPts val="1900"/>
              <a:buChar char="○"/>
            </a:pPr>
            <a:r>
              <a:rPr lang="en-US"/>
              <a:t>Calculate acceptance rate in each year</a:t>
            </a:r>
            <a:endParaRPr/>
          </a:p>
          <a:p>
            <a:pPr indent="-381000" lvl="0" marL="457200" rtl="0" algn="l">
              <a:spcBef>
                <a:spcPts val="0"/>
              </a:spcBef>
              <a:spcAft>
                <a:spcPts val="0"/>
              </a:spcAft>
              <a:buSzPts val="2400"/>
              <a:buChar char="●"/>
            </a:pPr>
            <a:r>
              <a:rPr lang="en-US" sz="2000">
                <a:solidFill>
                  <a:schemeClr val="dk1"/>
                </a:solidFill>
              </a:rPr>
              <a:t>Information about films from IMDB</a:t>
            </a:r>
            <a:endParaRPr sz="2000">
              <a:solidFill>
                <a:schemeClr val="dk1"/>
              </a:solidFill>
            </a:endParaRPr>
          </a:p>
          <a:p>
            <a:pPr indent="-355600" lvl="1" marL="914400" rtl="0" algn="l">
              <a:spcBef>
                <a:spcPts val="0"/>
              </a:spcBef>
              <a:spcAft>
                <a:spcPts val="0"/>
              </a:spcAft>
              <a:buClr>
                <a:schemeClr val="dk1"/>
              </a:buClr>
              <a:buSzPts val="2000"/>
              <a:buChar char="○"/>
            </a:pPr>
            <a:r>
              <a:rPr lang="en-US"/>
              <a:t>Pull IMDB data for the titles from the blog post</a:t>
            </a:r>
            <a:endParaRPr/>
          </a:p>
          <a:p>
            <a:pPr indent="-349250" lvl="1" marL="914400" rtl="0" algn="l">
              <a:spcBef>
                <a:spcPts val="0"/>
              </a:spcBef>
              <a:spcAft>
                <a:spcPts val="0"/>
              </a:spcAft>
              <a:buSzPts val="1900"/>
              <a:buChar char="○"/>
            </a:pPr>
            <a:r>
              <a:rPr lang="en-US"/>
              <a:t>Decide what variables we want to analyze</a:t>
            </a:r>
            <a:endParaRPr/>
          </a:p>
          <a:p>
            <a:pPr indent="0" lvl="0" marL="1600200" rtl="0" algn="l">
              <a:lnSpc>
                <a:spcPct val="98181"/>
              </a:lnSpc>
              <a:spcBef>
                <a:spcPts val="300"/>
              </a:spcBef>
              <a:spcAft>
                <a:spcPts val="0"/>
              </a:spcAft>
              <a:buSzPts val="2400"/>
              <a:buNone/>
            </a:pPr>
            <a:r>
              <a:t/>
            </a:r>
            <a:endParaRPr sz="1900">
              <a:solidFill>
                <a:srgbClr val="404040"/>
              </a:solidFill>
              <a:latin typeface="Calibri"/>
              <a:ea typeface="Calibri"/>
              <a:cs typeface="Calibri"/>
              <a:sym typeface="Calibri"/>
            </a:endParaRPr>
          </a:p>
          <a:p>
            <a:pPr indent="0" lvl="0" marL="1600200" rtl="0" algn="l">
              <a:lnSpc>
                <a:spcPct val="98181"/>
              </a:lnSpc>
              <a:spcBef>
                <a:spcPts val="500"/>
              </a:spcBef>
              <a:spcAft>
                <a:spcPts val="0"/>
              </a:spcAft>
              <a:buSzPts val="2400"/>
              <a:buNone/>
            </a:pPr>
            <a:r>
              <a:t/>
            </a:r>
            <a:endParaRPr sz="1900">
              <a:solidFill>
                <a:srgbClr val="404040"/>
              </a:solidFill>
              <a:latin typeface="Calibri"/>
              <a:ea typeface="Calibri"/>
              <a:cs typeface="Calibri"/>
              <a:sym typeface="Calibri"/>
            </a:endParaRPr>
          </a:p>
          <a:p>
            <a:pPr indent="0" lvl="0" marL="0" rtl="0" algn="l">
              <a:lnSpc>
                <a:spcPct val="115000"/>
              </a:lnSpc>
              <a:spcBef>
                <a:spcPts val="500"/>
              </a:spcBef>
              <a:spcAft>
                <a:spcPts val="2100"/>
              </a:spcAft>
              <a:buSzPts val="2400"/>
              <a:buNone/>
            </a:pPr>
            <a:r>
              <a:t/>
            </a:r>
            <a:endParaRPr/>
          </a:p>
        </p:txBody>
      </p:sp>
      <p:sp>
        <p:nvSpPr>
          <p:cNvPr id="233" name="Google Shape;233;p33"/>
          <p:cNvSpPr txBox="1"/>
          <p:nvPr/>
        </p:nvSpPr>
        <p:spPr>
          <a:xfrm>
            <a:off x="581667" y="428633"/>
            <a:ext cx="10868700" cy="8619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4000"/>
              <a:buFont typeface="Arial"/>
              <a:buNone/>
            </a:pPr>
            <a:r>
              <a:rPr lang="en-US" sz="4000">
                <a:solidFill>
                  <a:schemeClr val="accent1"/>
                </a:solidFill>
                <a:latin typeface="Roboto"/>
                <a:ea typeface="Roboto"/>
                <a:cs typeface="Roboto"/>
                <a:sym typeface="Roboto"/>
              </a:rPr>
              <a:t>Data Preparation</a:t>
            </a:r>
            <a:endParaRPr b="0" i="0" sz="4000" u="none" cap="none" strike="noStrike">
              <a:solidFill>
                <a:schemeClr val="accent1"/>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4"/>
          <p:cNvSpPr txBox="1"/>
          <p:nvPr>
            <p:ph idx="1" type="body"/>
          </p:nvPr>
        </p:nvSpPr>
        <p:spPr>
          <a:xfrm>
            <a:off x="334600" y="1392225"/>
            <a:ext cx="11522700" cy="5010300"/>
          </a:xfrm>
          <a:prstGeom prst="rect">
            <a:avLst/>
          </a:prstGeom>
          <a:noFill/>
          <a:ln>
            <a:noFill/>
          </a:ln>
        </p:spPr>
        <p:txBody>
          <a:bodyPr anchorCtr="0" anchor="t" bIns="121900" lIns="121900" spcFirstLastPara="1" rIns="121900" wrap="square" tIns="121900">
            <a:noAutofit/>
          </a:bodyPr>
          <a:lstStyle/>
          <a:p>
            <a:pPr indent="0" lvl="0" marL="0" rtl="0" algn="l">
              <a:lnSpc>
                <a:spcPct val="150000"/>
              </a:lnSpc>
              <a:spcBef>
                <a:spcPts val="0"/>
              </a:spcBef>
              <a:spcAft>
                <a:spcPts val="0"/>
              </a:spcAft>
              <a:buNone/>
            </a:pPr>
            <a:r>
              <a:rPr lang="en-US" sz="2700">
                <a:solidFill>
                  <a:schemeClr val="dk1"/>
                </a:solidFill>
              </a:rPr>
              <a:t>Does the appearance of JHU in the movies affect application rates?</a:t>
            </a:r>
            <a:endParaRPr sz="2800">
              <a:solidFill>
                <a:schemeClr val="dk1"/>
              </a:solidFill>
            </a:endParaRPr>
          </a:p>
          <a:p>
            <a:pPr indent="0" lvl="0" marL="0" rtl="0" algn="l">
              <a:lnSpc>
                <a:spcPct val="98181"/>
              </a:lnSpc>
              <a:spcBef>
                <a:spcPts val="300"/>
              </a:spcBef>
              <a:spcAft>
                <a:spcPts val="0"/>
              </a:spcAft>
              <a:buSzPts val="2400"/>
              <a:buNone/>
            </a:pPr>
            <a:r>
              <a:t/>
            </a:r>
            <a:endParaRPr sz="1900">
              <a:solidFill>
                <a:srgbClr val="404040"/>
              </a:solidFill>
              <a:latin typeface="Calibri"/>
              <a:ea typeface="Calibri"/>
              <a:cs typeface="Calibri"/>
              <a:sym typeface="Calibri"/>
            </a:endParaRPr>
          </a:p>
          <a:p>
            <a:pPr indent="0" lvl="0" marL="1600200" rtl="0" algn="l">
              <a:lnSpc>
                <a:spcPct val="98181"/>
              </a:lnSpc>
              <a:spcBef>
                <a:spcPts val="500"/>
              </a:spcBef>
              <a:spcAft>
                <a:spcPts val="0"/>
              </a:spcAft>
              <a:buSzPts val="2400"/>
              <a:buNone/>
            </a:pPr>
            <a:r>
              <a:t/>
            </a:r>
            <a:endParaRPr sz="1900">
              <a:solidFill>
                <a:srgbClr val="404040"/>
              </a:solidFill>
              <a:latin typeface="Calibri"/>
              <a:ea typeface="Calibri"/>
              <a:cs typeface="Calibri"/>
              <a:sym typeface="Calibri"/>
            </a:endParaRPr>
          </a:p>
          <a:p>
            <a:pPr indent="0" lvl="0" marL="0" rtl="0" algn="l">
              <a:lnSpc>
                <a:spcPct val="115000"/>
              </a:lnSpc>
              <a:spcBef>
                <a:spcPts val="500"/>
              </a:spcBef>
              <a:spcAft>
                <a:spcPts val="2100"/>
              </a:spcAft>
              <a:buSzPts val="2400"/>
              <a:buNone/>
            </a:pPr>
            <a:r>
              <a:t/>
            </a:r>
            <a:endParaRPr/>
          </a:p>
        </p:txBody>
      </p:sp>
      <p:sp>
        <p:nvSpPr>
          <p:cNvPr id="239" name="Google Shape;239;p34"/>
          <p:cNvSpPr txBox="1"/>
          <p:nvPr/>
        </p:nvSpPr>
        <p:spPr>
          <a:xfrm>
            <a:off x="581667" y="428633"/>
            <a:ext cx="10868700" cy="8619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4000"/>
              <a:buFont typeface="Arial"/>
              <a:buNone/>
            </a:pPr>
            <a:r>
              <a:rPr lang="en-US" sz="4000">
                <a:solidFill>
                  <a:schemeClr val="accent1"/>
                </a:solidFill>
                <a:latin typeface="Roboto"/>
                <a:ea typeface="Roboto"/>
                <a:cs typeface="Roboto"/>
                <a:sym typeface="Roboto"/>
              </a:rPr>
              <a:t>Data Preparation</a:t>
            </a:r>
            <a:endParaRPr b="0" i="0" sz="4000" u="none" cap="none" strike="noStrike">
              <a:solidFill>
                <a:schemeClr val="accent1"/>
              </a:solidFill>
              <a:latin typeface="Roboto"/>
              <a:ea typeface="Roboto"/>
              <a:cs typeface="Roboto"/>
              <a:sym typeface="Roboto"/>
            </a:endParaRPr>
          </a:p>
        </p:txBody>
      </p:sp>
      <p:graphicFrame>
        <p:nvGraphicFramePr>
          <p:cNvPr id="240" name="Google Shape;240;p34"/>
          <p:cNvGraphicFramePr/>
          <p:nvPr/>
        </p:nvGraphicFramePr>
        <p:xfrm>
          <a:off x="2238325" y="2580500"/>
          <a:ext cx="3000000" cy="3000000"/>
        </p:xfrm>
        <a:graphic>
          <a:graphicData uri="http://schemas.openxmlformats.org/drawingml/2006/table">
            <a:tbl>
              <a:tblPr>
                <a:noFill/>
                <a:tableStyleId>{2234F7FB-1367-4DB0-BFC4-13B29BE6B09E}</a:tableStyleId>
              </a:tblPr>
              <a:tblGrid>
                <a:gridCol w="2571750"/>
                <a:gridCol w="2571750"/>
                <a:gridCol w="2571750"/>
              </a:tblGrid>
              <a:tr h="244700">
                <a:tc>
                  <a:txBody>
                    <a:bodyPr/>
                    <a:lstStyle/>
                    <a:p>
                      <a:pPr indent="0" lvl="0" marL="0" rtl="0" algn="l">
                        <a:spcBef>
                          <a:spcPts val="0"/>
                        </a:spcBef>
                        <a:spcAft>
                          <a:spcPts val="0"/>
                        </a:spcAft>
                        <a:buNone/>
                      </a:pPr>
                      <a:r>
                        <a:rPr b="1" lang="en-US" sz="2400">
                          <a:latin typeface="Roboto"/>
                          <a:ea typeface="Roboto"/>
                          <a:cs typeface="Roboto"/>
                          <a:sym typeface="Roboto"/>
                        </a:rPr>
                        <a:t>JHU in Film list</a:t>
                      </a:r>
                      <a:endParaRPr b="1" sz="2400">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b="1" lang="en-US" sz="2400">
                          <a:latin typeface="Roboto"/>
                          <a:ea typeface="Roboto"/>
                          <a:cs typeface="Roboto"/>
                          <a:sym typeface="Roboto"/>
                        </a:rPr>
                        <a:t>IMDB Data</a:t>
                      </a:r>
                      <a:endParaRPr b="1" sz="2400">
                        <a:latin typeface="Roboto"/>
                        <a:ea typeface="Roboto"/>
                        <a:cs typeface="Roboto"/>
                        <a:sym typeface="Roboto"/>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b="1" lang="en-US" sz="2400">
                          <a:latin typeface="Roboto"/>
                          <a:ea typeface="Roboto"/>
                          <a:cs typeface="Roboto"/>
                          <a:sym typeface="Roboto"/>
                        </a:rPr>
                        <a:t>IPEDS Data</a:t>
                      </a:r>
                      <a:endParaRPr b="1" sz="2400">
                        <a:latin typeface="Roboto"/>
                        <a:ea typeface="Roboto"/>
                        <a:cs typeface="Roboto"/>
                        <a:sym typeface="Robot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588100">
                <a:tc>
                  <a:txBody>
                    <a:bodyPr/>
                    <a:lstStyle/>
                    <a:p>
                      <a:pPr indent="0" lvl="0" marL="0" rtl="0" algn="l">
                        <a:spcBef>
                          <a:spcPts val="0"/>
                        </a:spcBef>
                        <a:spcAft>
                          <a:spcPts val="0"/>
                        </a:spcAft>
                        <a:buNone/>
                      </a:pPr>
                      <a:r>
                        <a:rPr lang="en-US" sz="2000">
                          <a:latin typeface="Roboto"/>
                          <a:ea typeface="Roboto"/>
                          <a:cs typeface="Roboto"/>
                          <a:sym typeface="Roboto"/>
                        </a:rPr>
                        <a:t>Title</a:t>
                      </a:r>
                      <a:endParaRPr sz="2000">
                        <a:latin typeface="Roboto"/>
                        <a:ea typeface="Roboto"/>
                        <a:cs typeface="Roboto"/>
                        <a:sym typeface="Roboto"/>
                      </a:endParaRPr>
                    </a:p>
                  </a:txBody>
                  <a:tcPr marT="91425" marB="91425" marR="91425" marL="91425">
                    <a:solidFill>
                      <a:srgbClr val="FFF2CC"/>
                    </a:solidFill>
                  </a:tcPr>
                </a:tc>
                <a:tc>
                  <a:txBody>
                    <a:bodyPr/>
                    <a:lstStyle/>
                    <a:p>
                      <a:pPr indent="0" lvl="0" marL="0" rtl="0" algn="l">
                        <a:spcBef>
                          <a:spcPts val="0"/>
                        </a:spcBef>
                        <a:spcAft>
                          <a:spcPts val="0"/>
                        </a:spcAft>
                        <a:buNone/>
                      </a:pPr>
                      <a:r>
                        <a:rPr lang="en-US" sz="2000">
                          <a:latin typeface="Roboto"/>
                          <a:ea typeface="Roboto"/>
                          <a:cs typeface="Roboto"/>
                          <a:sym typeface="Roboto"/>
                        </a:rPr>
                        <a:t>Title</a:t>
                      </a:r>
                      <a:endParaRPr sz="2000">
                        <a:latin typeface="Roboto"/>
                        <a:ea typeface="Roboto"/>
                        <a:cs typeface="Roboto"/>
                        <a:sym typeface="Roboto"/>
                      </a:endParaRPr>
                    </a:p>
                  </a:txBody>
                  <a:tcPr marT="91425" marB="91425" marR="91425" marL="91425">
                    <a:lnR cap="flat" cmpd="sng" w="9525">
                      <a:solidFill>
                        <a:srgbClr val="9E9E9E"/>
                      </a:solidFill>
                      <a:prstDash val="solid"/>
                      <a:round/>
                      <a:headEnd len="sm" w="sm" type="none"/>
                      <a:tailEnd len="sm" w="sm" type="none"/>
                    </a:lnR>
                    <a:solidFill>
                      <a:srgbClr val="FFF2CC"/>
                    </a:solidFill>
                  </a:tcPr>
                </a:tc>
                <a:tc>
                  <a:txBody>
                    <a:bodyPr/>
                    <a:lstStyle/>
                    <a:p>
                      <a:pPr indent="0" lvl="0" marL="0" rtl="0" algn="l">
                        <a:spcBef>
                          <a:spcPts val="0"/>
                        </a:spcBef>
                        <a:spcAft>
                          <a:spcPts val="0"/>
                        </a:spcAft>
                        <a:buNone/>
                      </a:pPr>
                      <a:r>
                        <a:t/>
                      </a:r>
                      <a:endParaRPr sz="2000">
                        <a:latin typeface="Roboto"/>
                        <a:ea typeface="Roboto"/>
                        <a:cs typeface="Roboto"/>
                        <a:sym typeface="Robot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244700">
                <a:tc>
                  <a:txBody>
                    <a:bodyPr/>
                    <a:lstStyle/>
                    <a:p>
                      <a:pPr indent="0" lvl="0" marL="0" rtl="0" algn="l">
                        <a:spcBef>
                          <a:spcPts val="0"/>
                        </a:spcBef>
                        <a:spcAft>
                          <a:spcPts val="0"/>
                        </a:spcAft>
                        <a:buNone/>
                      </a:pPr>
                      <a:r>
                        <a:rPr lang="en-US" sz="2000">
                          <a:latin typeface="Roboto"/>
                          <a:ea typeface="Roboto"/>
                          <a:cs typeface="Roboto"/>
                          <a:sym typeface="Roboto"/>
                        </a:rPr>
                        <a:t>Year</a:t>
                      </a:r>
                      <a:endParaRPr sz="2000">
                        <a:latin typeface="Roboto"/>
                        <a:ea typeface="Roboto"/>
                        <a:cs typeface="Roboto"/>
                        <a:sym typeface="Roboto"/>
                      </a:endParaRPr>
                    </a:p>
                  </a:txBody>
                  <a:tcPr marT="91425" marB="91425" marR="91425" marL="91425">
                    <a:solidFill>
                      <a:srgbClr val="C9DAF8"/>
                    </a:solidFill>
                  </a:tcPr>
                </a:tc>
                <a:tc>
                  <a:txBody>
                    <a:bodyPr/>
                    <a:lstStyle/>
                    <a:p>
                      <a:pPr indent="0" lvl="0" marL="0" rtl="0" algn="l">
                        <a:spcBef>
                          <a:spcPts val="0"/>
                        </a:spcBef>
                        <a:spcAft>
                          <a:spcPts val="0"/>
                        </a:spcAft>
                        <a:buNone/>
                      </a:pPr>
                      <a:r>
                        <a:rPr lang="en-US" sz="2000">
                          <a:latin typeface="Roboto"/>
                          <a:ea typeface="Roboto"/>
                          <a:cs typeface="Roboto"/>
                          <a:sym typeface="Roboto"/>
                        </a:rPr>
                        <a:t>Year</a:t>
                      </a:r>
                      <a:endParaRPr sz="2000">
                        <a:latin typeface="Roboto"/>
                        <a:ea typeface="Roboto"/>
                        <a:cs typeface="Roboto"/>
                        <a:sym typeface="Roboto"/>
                      </a:endParaRPr>
                    </a:p>
                  </a:txBody>
                  <a:tcPr marT="91425" marB="91425" marR="91425" marL="91425">
                    <a:lnR cap="flat" cmpd="sng" w="9525">
                      <a:solidFill>
                        <a:srgbClr val="9E9E9E"/>
                      </a:solidFill>
                      <a:prstDash val="solid"/>
                      <a:round/>
                      <a:headEnd len="sm" w="sm" type="none"/>
                      <a:tailEnd len="sm" w="sm" type="none"/>
                    </a:lnR>
                    <a:solidFill>
                      <a:srgbClr val="C9DAF8"/>
                    </a:solidFill>
                  </a:tcPr>
                </a:tc>
                <a:tc>
                  <a:txBody>
                    <a:bodyPr/>
                    <a:lstStyle/>
                    <a:p>
                      <a:pPr indent="0" lvl="0" marL="0" rtl="0" algn="l">
                        <a:spcBef>
                          <a:spcPts val="0"/>
                        </a:spcBef>
                        <a:spcAft>
                          <a:spcPts val="0"/>
                        </a:spcAft>
                        <a:buNone/>
                      </a:pPr>
                      <a:r>
                        <a:rPr lang="en-US" sz="2000">
                          <a:latin typeface="Roboto"/>
                          <a:ea typeface="Roboto"/>
                          <a:cs typeface="Roboto"/>
                          <a:sym typeface="Roboto"/>
                        </a:rPr>
                        <a:t>Year</a:t>
                      </a:r>
                      <a:endParaRPr sz="2000">
                        <a:latin typeface="Roboto"/>
                        <a:ea typeface="Roboto"/>
                        <a:cs typeface="Roboto"/>
                        <a:sym typeface="Robot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9DAF8"/>
                    </a:solidFill>
                  </a:tcPr>
                </a:tc>
              </a:tr>
              <a:tr h="244700">
                <a:tc>
                  <a:txBody>
                    <a:bodyPr/>
                    <a:lstStyle/>
                    <a:p>
                      <a:pPr indent="0" lvl="0" marL="0" rtl="0" algn="l">
                        <a:spcBef>
                          <a:spcPts val="0"/>
                        </a:spcBef>
                        <a:spcAft>
                          <a:spcPts val="0"/>
                        </a:spcAft>
                        <a:buNone/>
                      </a:pPr>
                      <a:r>
                        <a:t/>
                      </a:r>
                      <a:endParaRPr sz="2000">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t/>
                      </a:r>
                      <a:endParaRPr sz="2000">
                        <a:latin typeface="Roboto"/>
                        <a:ea typeface="Roboto"/>
                        <a:cs typeface="Roboto"/>
                        <a:sym typeface="Roboto"/>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US" sz="2000">
                          <a:latin typeface="Roboto"/>
                          <a:ea typeface="Roboto"/>
                          <a:cs typeface="Roboto"/>
                          <a:sym typeface="Roboto"/>
                        </a:rPr>
                        <a:t>Acceptance Rate</a:t>
                      </a:r>
                      <a:endParaRPr sz="2000">
                        <a:latin typeface="Roboto"/>
                        <a:ea typeface="Roboto"/>
                        <a:cs typeface="Roboto"/>
                        <a:sym typeface="Robot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r>
              <a:tr h="244700">
                <a:tc>
                  <a:txBody>
                    <a:bodyPr/>
                    <a:lstStyle/>
                    <a:p>
                      <a:pPr indent="0" lvl="0" marL="0" rtl="0" algn="l">
                        <a:spcBef>
                          <a:spcPts val="0"/>
                        </a:spcBef>
                        <a:spcAft>
                          <a:spcPts val="0"/>
                        </a:spcAft>
                        <a:buNone/>
                      </a:pPr>
                      <a:r>
                        <a:t/>
                      </a:r>
                      <a:endParaRPr sz="2000">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US" sz="2000">
                          <a:latin typeface="Roboto"/>
                          <a:ea typeface="Roboto"/>
                          <a:cs typeface="Roboto"/>
                          <a:sym typeface="Roboto"/>
                        </a:rPr>
                        <a:t>Genre</a:t>
                      </a:r>
                      <a:endParaRPr sz="2000">
                        <a:latin typeface="Roboto"/>
                        <a:ea typeface="Roboto"/>
                        <a:cs typeface="Roboto"/>
                        <a:sym typeface="Roboto"/>
                      </a:endParaRPr>
                    </a:p>
                  </a:txBody>
                  <a:tcPr marT="91425" marB="91425" marR="91425" marL="91425">
                    <a:lnR cap="flat" cmpd="sng" w="9525">
                      <a:solidFill>
                        <a:srgbClr val="9E9E9E"/>
                      </a:solidFill>
                      <a:prstDash val="solid"/>
                      <a:round/>
                      <a:headEnd len="sm" w="sm" type="none"/>
                      <a:tailEnd len="sm" w="sm" type="none"/>
                    </a:lnR>
                    <a:solidFill>
                      <a:srgbClr val="D9D2E9"/>
                    </a:solidFill>
                  </a:tcPr>
                </a:tc>
                <a:tc>
                  <a:txBody>
                    <a:bodyPr/>
                    <a:lstStyle/>
                    <a:p>
                      <a:pPr indent="0" lvl="0" marL="0" rtl="0" algn="l">
                        <a:spcBef>
                          <a:spcPts val="0"/>
                        </a:spcBef>
                        <a:spcAft>
                          <a:spcPts val="0"/>
                        </a:spcAft>
                        <a:buNone/>
                      </a:pPr>
                      <a:r>
                        <a:t/>
                      </a:r>
                      <a:endParaRPr sz="2000">
                        <a:latin typeface="Roboto"/>
                        <a:ea typeface="Roboto"/>
                        <a:cs typeface="Roboto"/>
                        <a:sym typeface="Robot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22750">
                <a:tc>
                  <a:txBody>
                    <a:bodyPr/>
                    <a:lstStyle/>
                    <a:p>
                      <a:pPr indent="0" lvl="0" marL="0" rtl="0" algn="l">
                        <a:spcBef>
                          <a:spcPts val="0"/>
                        </a:spcBef>
                        <a:spcAft>
                          <a:spcPts val="0"/>
                        </a:spcAft>
                        <a:buNone/>
                      </a:pPr>
                      <a:r>
                        <a:t/>
                      </a:r>
                      <a:endParaRPr sz="2000">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US" sz="2000">
                          <a:latin typeface="Roboto"/>
                          <a:ea typeface="Roboto"/>
                          <a:cs typeface="Roboto"/>
                          <a:sym typeface="Roboto"/>
                        </a:rPr>
                        <a:t>Rating</a:t>
                      </a:r>
                      <a:endParaRPr sz="2000">
                        <a:latin typeface="Roboto"/>
                        <a:ea typeface="Roboto"/>
                        <a:cs typeface="Roboto"/>
                        <a:sym typeface="Roboto"/>
                      </a:endParaRPr>
                    </a:p>
                  </a:txBody>
                  <a:tcPr marT="91425" marB="91425" marR="91425" marL="91425">
                    <a:lnR cap="flat" cmpd="sng" w="9525">
                      <a:solidFill>
                        <a:srgbClr val="9E9E9E"/>
                      </a:solidFill>
                      <a:prstDash val="solid"/>
                      <a:round/>
                      <a:headEnd len="sm" w="sm" type="none"/>
                      <a:tailEnd len="sm" w="sm" type="none"/>
                    </a:lnR>
                    <a:solidFill>
                      <a:srgbClr val="FCE5CD"/>
                    </a:solidFill>
                  </a:tcPr>
                </a:tc>
                <a:tc>
                  <a:txBody>
                    <a:bodyPr/>
                    <a:lstStyle/>
                    <a:p>
                      <a:pPr indent="0" lvl="0" marL="0" rtl="0" algn="l">
                        <a:spcBef>
                          <a:spcPts val="0"/>
                        </a:spcBef>
                        <a:spcAft>
                          <a:spcPts val="0"/>
                        </a:spcAft>
                        <a:buNone/>
                      </a:pPr>
                      <a:r>
                        <a:t/>
                      </a:r>
                      <a:endParaRPr sz="2000">
                        <a:latin typeface="Roboto"/>
                        <a:ea typeface="Roboto"/>
                        <a:cs typeface="Roboto"/>
                        <a:sym typeface="Robot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5"/>
          <p:cNvSpPr txBox="1"/>
          <p:nvPr>
            <p:ph idx="1" type="body"/>
          </p:nvPr>
        </p:nvSpPr>
        <p:spPr>
          <a:xfrm>
            <a:off x="334600" y="1392233"/>
            <a:ext cx="11522700" cy="5002500"/>
          </a:xfrm>
          <a:prstGeom prst="rect">
            <a:avLst/>
          </a:prstGeom>
          <a:noFill/>
          <a:ln>
            <a:noFill/>
          </a:ln>
        </p:spPr>
        <p:txBody>
          <a:bodyPr anchorCtr="0" anchor="t" bIns="121900" lIns="121900" spcFirstLastPara="1" rIns="121900" wrap="square" tIns="121900">
            <a:noAutofit/>
          </a:bodyPr>
          <a:lstStyle/>
          <a:p>
            <a:pPr indent="0" lvl="0" marL="0" rtl="0" algn="l">
              <a:lnSpc>
                <a:spcPct val="150000"/>
              </a:lnSpc>
              <a:spcBef>
                <a:spcPts val="0"/>
              </a:spcBef>
              <a:spcAft>
                <a:spcPts val="0"/>
              </a:spcAft>
              <a:buNone/>
            </a:pPr>
            <a:r>
              <a:rPr lang="en-US" sz="2700">
                <a:solidFill>
                  <a:schemeClr val="dk1"/>
                </a:solidFill>
              </a:rPr>
              <a:t>Does the appearance of JHU in the movies effect application rates?</a:t>
            </a:r>
            <a:endParaRPr sz="2800">
              <a:solidFill>
                <a:schemeClr val="dk1"/>
              </a:solidFill>
            </a:endParaRPr>
          </a:p>
          <a:p>
            <a:pPr indent="0" lvl="0" marL="0" rtl="0" algn="l">
              <a:lnSpc>
                <a:spcPct val="115000"/>
              </a:lnSpc>
              <a:spcBef>
                <a:spcPts val="0"/>
              </a:spcBef>
              <a:spcAft>
                <a:spcPts val="0"/>
              </a:spcAft>
              <a:buSzPts val="2400"/>
              <a:buNone/>
            </a:pPr>
            <a:r>
              <a:t/>
            </a:r>
            <a:endParaRPr sz="800">
              <a:solidFill>
                <a:schemeClr val="dk1"/>
              </a:solidFill>
            </a:endParaRPr>
          </a:p>
          <a:p>
            <a:pPr indent="-457200" lvl="0" marL="609600" rtl="0" algn="l">
              <a:lnSpc>
                <a:spcPct val="115000"/>
              </a:lnSpc>
              <a:spcBef>
                <a:spcPts val="0"/>
              </a:spcBef>
              <a:spcAft>
                <a:spcPts val="0"/>
              </a:spcAft>
              <a:buClr>
                <a:schemeClr val="dk1"/>
              </a:buClr>
              <a:buSzPts val="2400"/>
              <a:buChar char="●"/>
            </a:pPr>
            <a:r>
              <a:rPr lang="en-US">
                <a:solidFill>
                  <a:schemeClr val="dk1"/>
                </a:solidFill>
              </a:rPr>
              <a:t>How do we answer this question given the graph we just made?</a:t>
            </a:r>
            <a:endParaRPr>
              <a:solidFill>
                <a:schemeClr val="dk1"/>
              </a:solidFill>
            </a:endParaRPr>
          </a:p>
          <a:p>
            <a:pPr indent="-425450" lvl="1" marL="1219200" rtl="0" algn="l">
              <a:lnSpc>
                <a:spcPct val="115000"/>
              </a:lnSpc>
              <a:spcBef>
                <a:spcPts val="0"/>
              </a:spcBef>
              <a:spcAft>
                <a:spcPts val="0"/>
              </a:spcAft>
              <a:buClr>
                <a:schemeClr val="dk1"/>
              </a:buClr>
              <a:buSzPts val="1900"/>
              <a:buChar char="○"/>
            </a:pPr>
            <a:r>
              <a:rPr lang="en-US"/>
              <a:t>No is an answer</a:t>
            </a:r>
            <a:endParaRPr/>
          </a:p>
          <a:p>
            <a:pPr indent="-425450" lvl="1" marL="1219200" rtl="0" algn="l">
              <a:lnSpc>
                <a:spcPct val="115000"/>
              </a:lnSpc>
              <a:spcBef>
                <a:spcPts val="0"/>
              </a:spcBef>
              <a:spcAft>
                <a:spcPts val="0"/>
              </a:spcAft>
              <a:buSzPts val="1900"/>
              <a:buChar char="○"/>
            </a:pPr>
            <a:r>
              <a:rPr lang="en-US"/>
              <a:t>I can’t tell from this graph is an answer</a:t>
            </a:r>
            <a:endParaRPr/>
          </a:p>
          <a:p>
            <a:pPr indent="0" lvl="0" marL="1219200" rtl="0" algn="l">
              <a:lnSpc>
                <a:spcPct val="115000"/>
              </a:lnSpc>
              <a:spcBef>
                <a:spcPts val="0"/>
              </a:spcBef>
              <a:spcAft>
                <a:spcPts val="0"/>
              </a:spcAft>
              <a:buSzPts val="2400"/>
              <a:buNone/>
            </a:pPr>
            <a:r>
              <a:t/>
            </a:r>
            <a:endParaRPr sz="800">
              <a:solidFill>
                <a:schemeClr val="dk1"/>
              </a:solidFill>
            </a:endParaRPr>
          </a:p>
          <a:p>
            <a:pPr indent="-457200" lvl="0" marL="609600" rtl="0" algn="l">
              <a:lnSpc>
                <a:spcPct val="115000"/>
              </a:lnSpc>
              <a:spcBef>
                <a:spcPts val="0"/>
              </a:spcBef>
              <a:spcAft>
                <a:spcPts val="0"/>
              </a:spcAft>
              <a:buClr>
                <a:schemeClr val="dk1"/>
              </a:buClr>
              <a:buSzPts val="2400"/>
              <a:buChar char="●"/>
            </a:pPr>
            <a:r>
              <a:rPr lang="en-US">
                <a:solidFill>
                  <a:schemeClr val="dk1"/>
                </a:solidFill>
              </a:rPr>
              <a:t>Where would you go from here?</a:t>
            </a:r>
            <a:endParaRPr>
              <a:solidFill>
                <a:schemeClr val="dk1"/>
              </a:solidFill>
            </a:endParaRPr>
          </a:p>
          <a:p>
            <a:pPr indent="0" lvl="0" marL="609600" rtl="0" algn="l">
              <a:lnSpc>
                <a:spcPct val="115000"/>
              </a:lnSpc>
              <a:spcBef>
                <a:spcPts val="0"/>
              </a:spcBef>
              <a:spcAft>
                <a:spcPts val="0"/>
              </a:spcAft>
              <a:buNone/>
            </a:pPr>
            <a:r>
              <a:t/>
            </a:r>
            <a:endParaRPr>
              <a:solidFill>
                <a:schemeClr val="dk1"/>
              </a:solidFill>
            </a:endParaRPr>
          </a:p>
          <a:p>
            <a:pPr indent="-457200" lvl="0" marL="609600" rtl="0" algn="l">
              <a:lnSpc>
                <a:spcPct val="115000"/>
              </a:lnSpc>
              <a:spcBef>
                <a:spcPts val="0"/>
              </a:spcBef>
              <a:spcAft>
                <a:spcPts val="0"/>
              </a:spcAft>
              <a:buClr>
                <a:schemeClr val="dk1"/>
              </a:buClr>
              <a:buSzPts val="2400"/>
              <a:buChar char="●"/>
            </a:pPr>
            <a:r>
              <a:rPr lang="en-US">
                <a:solidFill>
                  <a:schemeClr val="dk1"/>
                </a:solidFill>
              </a:rPr>
              <a:t>What else would you ask from this data?</a:t>
            </a:r>
            <a:endParaRPr>
              <a:solidFill>
                <a:schemeClr val="dk1"/>
              </a:solidFill>
            </a:endParaRPr>
          </a:p>
          <a:p>
            <a:pPr indent="0" lvl="0" marL="1219200" rtl="0" algn="l">
              <a:lnSpc>
                <a:spcPct val="115000"/>
              </a:lnSpc>
              <a:spcBef>
                <a:spcPts val="0"/>
              </a:spcBef>
              <a:spcAft>
                <a:spcPts val="0"/>
              </a:spcAft>
              <a:buSzPts val="2400"/>
              <a:buNone/>
            </a:pPr>
            <a:r>
              <a:t/>
            </a:r>
            <a:endParaRPr sz="800">
              <a:solidFill>
                <a:schemeClr val="dk1"/>
              </a:solidFill>
            </a:endParaRPr>
          </a:p>
          <a:p>
            <a:pPr indent="0" lvl="0" marL="0" rtl="0" algn="l">
              <a:lnSpc>
                <a:spcPct val="115000"/>
              </a:lnSpc>
              <a:spcBef>
                <a:spcPts val="0"/>
              </a:spcBef>
              <a:spcAft>
                <a:spcPts val="0"/>
              </a:spcAft>
              <a:buNone/>
            </a:pPr>
            <a:r>
              <a:t/>
            </a:r>
            <a:endParaRPr sz="2100">
              <a:solidFill>
                <a:schemeClr val="dk2"/>
              </a:solidFill>
            </a:endParaRPr>
          </a:p>
          <a:p>
            <a:pPr indent="0" lvl="0" marL="0" rtl="0" algn="l">
              <a:lnSpc>
                <a:spcPct val="115000"/>
              </a:lnSpc>
              <a:spcBef>
                <a:spcPts val="0"/>
              </a:spcBef>
              <a:spcAft>
                <a:spcPts val="0"/>
              </a:spcAft>
              <a:buNone/>
            </a:pPr>
            <a:r>
              <a:t/>
            </a:r>
            <a:endParaRPr sz="2800">
              <a:solidFill>
                <a:schemeClr val="dk2"/>
              </a:solidFill>
            </a:endParaRPr>
          </a:p>
          <a:p>
            <a:pPr indent="0" lvl="0" marL="0" rtl="0" algn="l">
              <a:lnSpc>
                <a:spcPct val="115000"/>
              </a:lnSpc>
              <a:spcBef>
                <a:spcPts val="0"/>
              </a:spcBef>
              <a:spcAft>
                <a:spcPts val="0"/>
              </a:spcAft>
              <a:buSzPts val="2400"/>
              <a:buNone/>
            </a:pPr>
            <a:r>
              <a:t/>
            </a:r>
            <a:endParaRPr>
              <a:solidFill>
                <a:schemeClr val="dk1"/>
              </a:solidFill>
            </a:endParaRPr>
          </a:p>
          <a:p>
            <a:pPr indent="0" lvl="0" marL="1600200" rtl="0" algn="l">
              <a:lnSpc>
                <a:spcPct val="98181"/>
              </a:lnSpc>
              <a:spcBef>
                <a:spcPts val="300"/>
              </a:spcBef>
              <a:spcAft>
                <a:spcPts val="0"/>
              </a:spcAft>
              <a:buSzPts val="2400"/>
              <a:buNone/>
            </a:pPr>
            <a:r>
              <a:t/>
            </a:r>
            <a:endParaRPr sz="1900">
              <a:solidFill>
                <a:srgbClr val="404040"/>
              </a:solidFill>
              <a:latin typeface="Calibri"/>
              <a:ea typeface="Calibri"/>
              <a:cs typeface="Calibri"/>
              <a:sym typeface="Calibri"/>
            </a:endParaRPr>
          </a:p>
          <a:p>
            <a:pPr indent="0" lvl="0" marL="1600200" rtl="0" algn="l">
              <a:lnSpc>
                <a:spcPct val="98181"/>
              </a:lnSpc>
              <a:spcBef>
                <a:spcPts val="500"/>
              </a:spcBef>
              <a:spcAft>
                <a:spcPts val="0"/>
              </a:spcAft>
              <a:buSzPts val="2400"/>
              <a:buNone/>
            </a:pPr>
            <a:r>
              <a:t/>
            </a:r>
            <a:endParaRPr sz="1900">
              <a:solidFill>
                <a:srgbClr val="404040"/>
              </a:solidFill>
              <a:latin typeface="Calibri"/>
              <a:ea typeface="Calibri"/>
              <a:cs typeface="Calibri"/>
              <a:sym typeface="Calibri"/>
            </a:endParaRPr>
          </a:p>
          <a:p>
            <a:pPr indent="0" lvl="0" marL="0" rtl="0" algn="l">
              <a:lnSpc>
                <a:spcPct val="115000"/>
              </a:lnSpc>
              <a:spcBef>
                <a:spcPts val="500"/>
              </a:spcBef>
              <a:spcAft>
                <a:spcPts val="2100"/>
              </a:spcAft>
              <a:buSzPts val="2400"/>
              <a:buNone/>
            </a:pPr>
            <a:r>
              <a:t/>
            </a:r>
            <a:endParaRPr/>
          </a:p>
        </p:txBody>
      </p:sp>
      <p:sp>
        <p:nvSpPr>
          <p:cNvPr id="246" name="Google Shape;246;p35"/>
          <p:cNvSpPr txBox="1"/>
          <p:nvPr/>
        </p:nvSpPr>
        <p:spPr>
          <a:xfrm>
            <a:off x="581667" y="428633"/>
            <a:ext cx="10868700" cy="8619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4000"/>
              <a:buFont typeface="Arial"/>
              <a:buNone/>
            </a:pPr>
            <a:r>
              <a:rPr lang="en-US" sz="4000">
                <a:solidFill>
                  <a:schemeClr val="accent1"/>
                </a:solidFill>
                <a:latin typeface="Roboto"/>
                <a:ea typeface="Roboto"/>
                <a:cs typeface="Roboto"/>
                <a:sym typeface="Roboto"/>
              </a:rPr>
              <a:t>What do we see?</a:t>
            </a:r>
            <a:endParaRPr b="0" i="0" sz="4000" u="none" cap="none" strike="noStrike">
              <a:solidFill>
                <a:schemeClr val="accent1"/>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6"/>
          <p:cNvSpPr txBox="1"/>
          <p:nvPr>
            <p:ph type="ctrTitle"/>
          </p:nvPr>
        </p:nvSpPr>
        <p:spPr>
          <a:xfrm>
            <a:off x="1475873" y="1979845"/>
            <a:ext cx="9240300" cy="1778700"/>
          </a:xfrm>
          <a:prstGeom prst="rect">
            <a:avLst/>
          </a:prstGeom>
          <a:noFill/>
          <a:ln>
            <a:noFill/>
          </a:ln>
        </p:spPr>
        <p:txBody>
          <a:bodyPr anchorCtr="0" anchor="b" bIns="0" lIns="0" spcFirstLastPara="1" rIns="0" wrap="square" tIns="0">
            <a:noAutofit/>
          </a:bodyPr>
          <a:lstStyle/>
          <a:p>
            <a:pPr indent="0" lvl="0" marL="0" rtl="0" algn="ctr">
              <a:lnSpc>
                <a:spcPct val="90000"/>
              </a:lnSpc>
              <a:spcBef>
                <a:spcPts val="0"/>
              </a:spcBef>
              <a:spcAft>
                <a:spcPts val="0"/>
              </a:spcAft>
              <a:buClr>
                <a:schemeClr val="lt1"/>
              </a:buClr>
              <a:buSzPts val="6000"/>
              <a:buFont typeface="Tahoma"/>
              <a:buNone/>
            </a:pPr>
            <a:r>
              <a:rPr lang="en-US"/>
              <a:t>Thank You!</a:t>
            </a:r>
            <a:endParaRPr/>
          </a:p>
        </p:txBody>
      </p:sp>
      <p:sp>
        <p:nvSpPr>
          <p:cNvPr id="253" name="Google Shape;253;p36"/>
          <p:cNvSpPr txBox="1"/>
          <p:nvPr>
            <p:ph idx="1" type="subTitle"/>
          </p:nvPr>
        </p:nvSpPr>
        <p:spPr>
          <a:xfrm>
            <a:off x="125" y="4514950"/>
            <a:ext cx="12192000" cy="9672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lt1"/>
              </a:buClr>
              <a:buSzPts val="1800"/>
              <a:buNone/>
            </a:pPr>
            <a:r>
              <a:t/>
            </a:r>
            <a:endParaRPr>
              <a:solidFill>
                <a:schemeClr val="accent5"/>
              </a:solidFill>
            </a:endParaRPr>
          </a:p>
          <a:p>
            <a:pPr indent="0" lvl="0" marL="0" rtl="0" algn="ctr">
              <a:lnSpc>
                <a:spcPct val="100000"/>
              </a:lnSpc>
              <a:spcBef>
                <a:spcPts val="1000"/>
              </a:spcBef>
              <a:spcAft>
                <a:spcPts val="0"/>
              </a:spcAft>
              <a:buClr>
                <a:schemeClr val="lt1"/>
              </a:buClr>
              <a:buSzPts val="1800"/>
              <a:buNone/>
            </a:pPr>
            <a:r>
              <a:rPr lang="en-US">
                <a:solidFill>
                  <a:schemeClr val="accent5"/>
                </a:solidFill>
              </a:rPr>
              <a:t>dataservices.library.jhu.edu</a:t>
            </a:r>
            <a:endParaRPr>
              <a:solidFill>
                <a:schemeClr val="accent5"/>
              </a:solidFill>
            </a:endParaRPr>
          </a:p>
        </p:txBody>
      </p:sp>
      <p:sp>
        <p:nvSpPr>
          <p:cNvPr id="254" name="Google Shape;254;p36"/>
          <p:cNvSpPr txBox="1"/>
          <p:nvPr/>
        </p:nvSpPr>
        <p:spPr>
          <a:xfrm>
            <a:off x="4640382" y="3911222"/>
            <a:ext cx="3110100" cy="1014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700">
                <a:solidFill>
                  <a:schemeClr val="accent5"/>
                </a:solidFill>
                <a:latin typeface="Tahoma"/>
                <a:ea typeface="Tahoma"/>
                <a:cs typeface="Tahoma"/>
                <a:sym typeface="Tahoma"/>
              </a:rPr>
              <a:t>Pete Lawson</a:t>
            </a:r>
            <a:endParaRPr sz="1700">
              <a:solidFill>
                <a:schemeClr val="accent5"/>
              </a:solidFill>
              <a:latin typeface="Tahoma"/>
              <a:ea typeface="Tahoma"/>
              <a:cs typeface="Tahoma"/>
              <a:sym typeface="Tahoma"/>
            </a:endParaRPr>
          </a:p>
          <a:p>
            <a:pPr indent="0" lvl="0" marL="0" rtl="0" algn="ctr">
              <a:spcBef>
                <a:spcPts val="0"/>
              </a:spcBef>
              <a:spcAft>
                <a:spcPts val="0"/>
              </a:spcAft>
              <a:buNone/>
            </a:pPr>
            <a:r>
              <a:rPr lang="en-US" sz="1700">
                <a:solidFill>
                  <a:schemeClr val="accent5"/>
                </a:solidFill>
                <a:latin typeface="Tahoma"/>
                <a:ea typeface="Tahoma"/>
                <a:cs typeface="Tahoma"/>
                <a:sym typeface="Tahoma"/>
              </a:rPr>
              <a:t>Emily McGinn</a:t>
            </a:r>
            <a:endParaRPr sz="1700">
              <a:solidFill>
                <a:schemeClr val="accent5"/>
              </a:solidFill>
              <a:latin typeface="Tahoma"/>
              <a:ea typeface="Tahoma"/>
              <a:cs typeface="Tahoma"/>
              <a:sym typeface="Tahoma"/>
            </a:endParaRPr>
          </a:p>
          <a:p>
            <a:pPr indent="0" lvl="0" marL="0" rtl="0" algn="ctr">
              <a:spcBef>
                <a:spcPts val="0"/>
              </a:spcBef>
              <a:spcAft>
                <a:spcPts val="0"/>
              </a:spcAft>
              <a:buNone/>
            </a:pPr>
            <a:r>
              <a:rPr lang="en-US" sz="1700">
                <a:solidFill>
                  <a:schemeClr val="accent5"/>
                </a:solidFill>
                <a:latin typeface="Tahoma"/>
                <a:ea typeface="Tahoma"/>
                <a:cs typeface="Tahoma"/>
                <a:sym typeface="Tahoma"/>
              </a:rPr>
              <a:t>Lubov McKone</a:t>
            </a:r>
            <a:endParaRPr sz="1700">
              <a:solidFill>
                <a:schemeClr val="accent5"/>
              </a:solidFill>
              <a:latin typeface="Tahoma"/>
              <a:ea typeface="Tahoma"/>
              <a:cs typeface="Tahoma"/>
              <a:sym typeface="Tahoma"/>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Custom 2">
      <a:dk1>
        <a:srgbClr val="002C71"/>
      </a:dk1>
      <a:lt1>
        <a:srgbClr val="FFFFFF"/>
      </a:lt1>
      <a:dk2>
        <a:srgbClr val="002C71"/>
      </a:dk2>
      <a:lt2>
        <a:srgbClr val="FFFFFF"/>
      </a:lt2>
      <a:accent1>
        <a:srgbClr val="4E97E0"/>
      </a:accent1>
      <a:accent2>
        <a:srgbClr val="0071CE"/>
      </a:accent2>
      <a:accent3>
        <a:srgbClr val="A35C98"/>
      </a:accent3>
      <a:accent4>
        <a:srgbClr val="008767"/>
      </a:accent4>
      <a:accent5>
        <a:srgbClr val="F1C300"/>
      </a:accent5>
      <a:accent6>
        <a:srgbClr val="275E3C"/>
      </a:accent6>
      <a:hlink>
        <a:srgbClr val="0071CE"/>
      </a:hlink>
      <a:folHlink>
        <a:srgbClr val="A0A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